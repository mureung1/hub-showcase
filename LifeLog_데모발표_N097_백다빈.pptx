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LifeLog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대화 속 고민과 감정을 자동으로 회고해주는 웹 서비스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발표  ·  N097 백다빈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64040" y="2011680"/>
            <a:ext cx="1920240" cy="1920240"/>
          </a:xfrm>
          <a:prstGeom prst="roundRect">
            <a:avLst>
              <a:gd name="adj" fmla="val 11905"/>
            </a:avLst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7" name="Image 0" descr="/home/claude/deck/icon_branch_5F7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2514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인식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기록의 중요성은 커지지만,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꾸준히 쓰기는 어렵다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291840" cy="2468880"/>
          </a:xfrm>
          <a:prstGeom prst="roundRect">
            <a:avLst>
              <a:gd name="adj" fmla="val 5185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788920"/>
            <a:ext cx="640080" cy="640080"/>
          </a:xfrm>
          <a:prstGeom prst="ellipse">
            <a:avLst/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6" name="Image 0" descr="/home/claude/deck/icon_smile_5F7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9535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일기는 작심삼일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사람들이 다이어리 앱을 켰다가도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금방 쓰지 않게 됩니다.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468880"/>
            <a:ext cx="3291840" cy="2468880"/>
          </a:xfrm>
          <a:prstGeom prst="roundRect">
            <a:avLst>
              <a:gd name="adj" fmla="val 5185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2788920"/>
            <a:ext cx="640080" cy="640080"/>
          </a:xfrm>
          <a:prstGeom prst="ellipse">
            <a:avLst/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11" name="Image 1" descr="/home/claude/deck/icon_message_5F7A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9535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남아있는 기록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41148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ChatGPT와 나눈 대화엔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고민·목표·성취가 자연스럽게 담깁니다.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468880"/>
            <a:ext cx="3291840" cy="2468880"/>
          </a:xfrm>
          <a:prstGeom prst="roundRect">
            <a:avLst>
              <a:gd name="adj" fmla="val 5185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788920"/>
            <a:ext cx="640080" cy="640080"/>
          </a:xfrm>
          <a:prstGeom prst="ellipse">
            <a:avLst/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16" name="Image 2" descr="/home/claude/deck/icon_branch_5F7A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9535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흩어진 채로 방치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41148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정작 그 기록은 다시 들여다보지 않고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대화창 속에 묻혀 있습니다.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컨셉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성장 독려 앱이 아니라,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“그때의 나”를 보여주는 회고 아카이브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51460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평가하지 않는다. 퍼센트 점수도, 달성/미달성 뱃지도 없다.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7" name="Image 0" descr="/home/claude/deck/icon_bran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5079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2976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키워드 연결 타임라인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45920" y="472744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고민이 시간이 지나며 어떻게 형태를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바꾸고 이어졌는지 보여줍니다.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4343400"/>
            <a:ext cx="640080" cy="64008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11" name="Image 1" descr="/home/claude/deck/icon_smi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4507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42976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감정 변화 기록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995160" y="472744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시기에 우세했던 감정을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담담하게 함께 남깁니다.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소개 · 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나의 기록을 한눈에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F6F4EE"/>
          </a:solidFill>
          <a:ln w="19050">
            <a:solidFill>
              <a:srgbClr val="E4E0D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1168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194560"/>
            <a:ext cx="502920" cy="50292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 민지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 13일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25880" y="27889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2907792"/>
            <a:ext cx="2377440" cy="274320"/>
          </a:xfrm>
          <a:prstGeom prst="rect">
            <a:avLst/>
          </a:prstGeom>
          <a:solidFill>
            <a:srgbClr val="DCE4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AI 한 줄 요약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32186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막막했던 취업 고민이 실제 준비로 이어지며, 확신이 조금씩 쌓인 한 달이었어요.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384048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9502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#취업고민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17320" y="4224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N회 · 최근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26080" y="384048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E4EFE1"/>
          </a:solidFill>
          <a:ln w="12700">
            <a:solidFill>
              <a:srgbClr val="E4EF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9502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#운동습관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4224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N회 · 최근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26280" y="384048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9502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#인간관계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4224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N회 · 최근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25880" y="48006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E9F3E5"/>
          </a:solidFill>
          <a:ln w="12700">
            <a:solidFill>
              <a:srgbClr val="E9F3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48828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4828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25880" y="536752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54498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6월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66560" y="2331720"/>
            <a:ext cx="109728" cy="548640"/>
          </a:xfrm>
          <a:prstGeom prst="roundRect">
            <a:avLst>
              <a:gd name="adj" fmla="val 50000"/>
            </a:avLst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3134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한 줄 요약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26243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대화를 한 문장으로 담백하게 정리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0" y="3108960"/>
            <a:ext cx="109728" cy="548640"/>
          </a:xfrm>
          <a:prstGeom prst="roundRect">
            <a:avLst>
              <a:gd name="adj" fmla="val 50000"/>
            </a:avLst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0906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이어지고 있는 이야기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3401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언급된 키워드를 카드로 모아 보여줌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66560" y="3886200"/>
            <a:ext cx="109728" cy="548640"/>
          </a:xfrm>
          <a:prstGeom prst="roundRect">
            <a:avLst>
              <a:gd name="adj" fmla="val 50000"/>
            </a:avLst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8679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기록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41788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탭하면 그 달의 고민·목표·감정을 모달로 확인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소개 · 월별 상세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이전 달 기록을 누르면 열리는 화면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F6F4EE"/>
          </a:solidFill>
          <a:ln w="19050">
            <a:solidFill>
              <a:srgbClr val="E4E0D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2026년 7월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887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주로 했던 고민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29443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 준비와 자신감에 대한 불안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88720" y="3255264"/>
            <a:ext cx="4846320" cy="0"/>
          </a:xfrm>
          <a:prstGeom prst="line">
            <a:avLst/>
          </a:prstGeom>
          <a:noFill/>
          <a:ln w="9525">
            <a:solidFill>
              <a:srgbClr val="E4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101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운동을 꾸준히 못 하는 것에 대한 자책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목표했던 것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40416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 스터디 꾸준히 참여하기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88720" y="4352544"/>
            <a:ext cx="4846320" cy="0"/>
          </a:xfrm>
          <a:prstGeom prst="line">
            <a:avLst/>
          </a:prstGeom>
          <a:noFill/>
          <a:ln w="9525">
            <a:solidFill>
              <a:srgbClr val="E4E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4074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이력서 3곳 이상 제출하기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88720" y="4718304"/>
            <a:ext cx="4846320" cy="0"/>
          </a:xfrm>
          <a:prstGeom prst="line">
            <a:avLst/>
          </a:prstGeom>
          <a:noFill/>
          <a:ln w="9525">
            <a:solidFill>
              <a:srgbClr val="E4E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7731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3회 운동하기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우세했던 감정 두 가지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88720" y="5577840"/>
            <a:ext cx="23088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1982" y="5650992"/>
            <a:ext cx="402336" cy="402336"/>
          </a:xfrm>
          <a:prstGeom prst="ellipse">
            <a:avLst/>
          </a:prstGeom>
          <a:solidFill>
            <a:srgbClr val="E4EFE1"/>
          </a:solidFill>
          <a:ln w="12700">
            <a:solidFill>
              <a:srgbClr val="E4EF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6016752"/>
            <a:ext cx="2308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  42%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26180" y="5577840"/>
            <a:ext cx="23088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9442" y="5650992"/>
            <a:ext cx="402336" cy="402336"/>
          </a:xfrm>
          <a:prstGeom prst="ellipse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6180" y="6016752"/>
            <a:ext cx="2308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답답함  23%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23317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3134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트리거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6243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화면의 “월별 기록”에서 이전 달을 누르면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모달로 펼쳐짐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320040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1821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주로 했던 고민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34930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달에 반복해서 언급된 고민을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없이 그대로 나열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66560" y="40690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0507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목표했던 것 · 감정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43616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세웠던 목표와 우세했던 감정 두 가지를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보여줘 그 달의 분위기를 전달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방식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업로드부터 타임라인까지, 3단계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9516" y="2286000"/>
            <a:ext cx="3200400" cy="3291840"/>
          </a:xfrm>
          <a:prstGeom prst="roundRect">
            <a:avLst>
              <a:gd name="adj" fmla="val 4000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19556" y="3200400"/>
            <a:ext cx="594360" cy="59436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7" name="Image 0" descr="/home/claude/deck/icon_upl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335584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9556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대화 업로드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19556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ChatGPT에서 내보낸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conversations.json 업로드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73068" y="3657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494276" y="2286000"/>
            <a:ext cx="3200400" cy="3291840"/>
          </a:xfrm>
          <a:prstGeom prst="roundRect">
            <a:avLst>
              <a:gd name="adj" fmla="val 4000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4316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814316" y="3200400"/>
            <a:ext cx="594360" cy="59436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14" name="Image 1" descr="/home/claude/deck/icon_t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335584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14316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태그·감정 분석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14316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고민 키워드와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감정을 태그로 세분화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767828" y="3657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289036" y="2286000"/>
            <a:ext cx="3200400" cy="3291840"/>
          </a:xfrm>
          <a:prstGeom prst="roundRect">
            <a:avLst>
              <a:gd name="adj" fmla="val 4000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09076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609076" y="3200400"/>
            <a:ext cx="594360" cy="59436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21" name="Image 2" descr="/home/claude/deck/icon_bran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524" y="335584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09076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타임라인 생성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609076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키워드끼리 연결해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시간순 서사로 재구성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소개 · 타임라인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고민이 흘러온 궤적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F6F4EE"/>
          </a:solidFill>
          <a:ln w="19050">
            <a:solidFill>
              <a:srgbClr val="E4E0D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#취업고민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2514600"/>
            <a:ext cx="49377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670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 3주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2670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1주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2670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2주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262432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670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3429000"/>
            <a:ext cx="45720" cy="1005840"/>
          </a:xfrm>
          <a:prstGeom prst="roundRect">
            <a:avLst/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342900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3520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2주차 · 3회 언급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면접 스터디에 합류했어요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41422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시기에 집중했던 것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4663440"/>
            <a:ext cx="45720" cy="1005840"/>
          </a:xfrm>
          <a:prstGeom prst="roundRect">
            <a:avLst/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466344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8760" y="4754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· 7월 13일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5029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3곳에 지원해 2곳 서류를 통과했어요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53766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시기에 집중했던 것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23317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23134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점프 내비게이션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6243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기간 버튼을 누르면 아래 해당 카드로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스크롤 이동 + 하이라이트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320040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1821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감정 캐릭터 아이콘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34930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감정마다 색과 표정이 다른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블롭 아이콘으로 표현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66560" y="40690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0507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펼쳐지는 상세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43616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카드를 탭하면 그 시기에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집중했던 것을 확인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시스템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담백한 웜 베이지 바탕, 세이지그린 포인트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· 5F7A5C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컬러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Soft · DCE4D6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강조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· EFA24A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포인트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362F2A"/>
          </a:solidFill>
          <a:ln w="12700">
            <a:solidFill>
              <a:srgbClr val="362F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· 362F2A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1540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텍스트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10515600" cy="1965960"/>
          </a:xfrm>
          <a:prstGeom prst="roundRect">
            <a:avLst>
              <a:gd name="adj" fmla="val 5581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타이포그래피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4709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민지님의 기록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 계열 세리프 — 제목, 문학적인 여운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5577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계열 산세리프 — 본문, 가독성 중심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4663440"/>
            <a:ext cx="822960" cy="822960"/>
          </a:xfrm>
          <a:prstGeom prst="ellipse">
            <a:avLst/>
          </a:prstGeom>
          <a:solidFill>
            <a:srgbClr val="DCE4D6"/>
          </a:solidFill>
          <a:ln w="12700">
            <a:solidFill>
              <a:srgbClr val="DCE4D6"/>
            </a:solidFill>
            <a:prstDash val="solid"/>
          </a:ln>
        </p:spPr>
      </p:sp>
      <p:pic>
        <p:nvPicPr>
          <p:cNvPr id="22" name="Image 0" descr="/home/claude/deck/icon_branch_5F7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4873752"/>
            <a:ext cx="402336" cy="40233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72400" y="4663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시그니처 모티프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72400" y="5029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고민이 이어지는 걸 보여주는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“연결·타임라인” 구조를 전 화면에서 반복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로드맵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디자인에서 실제 기능으로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502920" cy="50292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6" name="Image 0" descr="/home/claude/deck/icon_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2768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788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154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· 완료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0440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94760" y="2148840"/>
            <a:ext cx="502920" cy="50292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11" name="Image 1" descr="/home/claude/deck/icon_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22768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788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94760" y="3154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· 학습 중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16" name="Image 2" descr="/home/claude/deck/icon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27685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788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/ API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3154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예정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6F4EE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89720" y="2148840"/>
            <a:ext cx="502920" cy="502920"/>
          </a:xfrm>
          <a:prstGeom prst="ellipse">
            <a:avLst/>
          </a:prstGeom>
          <a:solidFill>
            <a:srgbClr val="5F7A5C"/>
          </a:solidFill>
          <a:ln w="12700">
            <a:solidFill>
              <a:srgbClr val="5F7A5C"/>
            </a:solidFill>
            <a:prstDash val="solid"/>
          </a:ln>
        </p:spPr>
      </p:sp>
      <p:pic>
        <p:nvPicPr>
          <p:cNvPr id="21" name="Image 3" descr="/home/claude/deck/icon_ta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27685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788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태그 세분화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89720" y="3154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감정·키워드 분류 설계 예정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822960" y="4672584"/>
            <a:ext cx="201168" cy="201168"/>
          </a:xfrm>
          <a:prstGeom prst="ellipse">
            <a:avLst/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46634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8872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DB(SQLite/Postgres)·API 방식 결정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22960" y="5175504"/>
            <a:ext cx="201168" cy="201168"/>
          </a:xfrm>
          <a:prstGeom prst="ellipse">
            <a:avLst/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22960" y="5166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8872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데이터를 감정·키워드 태그로 세분화하는 파이프라인 설계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822960" y="5678424"/>
            <a:ext cx="201168" cy="201168"/>
          </a:xfrm>
          <a:prstGeom prst="ellipse">
            <a:avLst/>
          </a:prstGeom>
          <a:solidFill>
            <a:srgbClr val="EFA24A"/>
          </a:solidFill>
          <a:ln w="12700">
            <a:solidFill>
              <a:srgbClr val="EFA24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22960" y="5669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8872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프롬프트 연동 → 실제 타임라인 자동 생성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6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LifeLog — ChatGPT 대화 기반 회고 웹 서비스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2026-07-16T08:17:17Z</dcterms:created>
  <dcterms:modified xsi:type="dcterms:W3CDTF">2026-07-16T08:17:17Z</dcterms:modified>
</cp:coreProperties>
</file>