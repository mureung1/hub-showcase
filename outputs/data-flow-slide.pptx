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52774d42e48c8" /><Relationship Type="http://schemas.openxmlformats.org/officeDocument/2006/relationships/extended-properties" Target="/docProps/app.xml" Id="R14abbca521c44102" /><Relationship Type="http://schemas.openxmlformats.org/officeDocument/2006/relationships/officeDocument" Target="/ppt/presentation.xml" Id="R87943d040cb743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588d0e218f4426"/>
  </p:sldMasterIdLst>
  <p:notesMasterIdLst>
    <p:notesMasterId xmlns:r="http://schemas.openxmlformats.org/officeDocument/2006/relationships" r:id="Re486250d28054ce5"/>
  </p:notesMasterIdLst>
  <p:sldIdLst>
    <p:sldId xmlns:r="http://schemas.openxmlformats.org/officeDocument/2006/relationships" id="256" r:id="Raa8354c9529a45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c759df6a9a4f6d" /><Relationship Type="http://schemas.openxmlformats.org/officeDocument/2006/relationships/slideMaster" Target="/ppt/slideMasters/slideMaster1.xml" Id="R3a588d0e218f4426" /><Relationship Type="http://schemas.openxmlformats.org/officeDocument/2006/relationships/notesMaster" Target="/ppt/notesMasters/notesMaster1.xml" Id="Re486250d28054ce5" /><Relationship Type="http://schemas.openxmlformats.org/officeDocument/2006/relationships/presProps" Target="/ppt/presProps.xml" Id="R98008c00fd0f4a2a" /><Relationship Type="http://schemas.openxmlformats.org/officeDocument/2006/relationships/tableStyles" Target="/ppt/tableStyles.xml" Id="Reb8f3002446f43f2" /><Relationship Type="http://schemas.openxmlformats.org/officeDocument/2006/relationships/slide" Target="/ppt/slides/slide1.xml" Id="Raa8354c9529a45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cc1da4560b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8bf42bf1f4bce" /><Relationship Type="http://schemas.openxmlformats.org/officeDocument/2006/relationships/notesMaster" Target="/ppt/notesMasters/notesMaster1.xml" Id="R0e50ae0357bf49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85c6f260c4e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d9a6e5532a4cd7" /><Relationship Type="http://schemas.openxmlformats.org/officeDocument/2006/relationships/slideLayout" Target="/ppt/slideLayouts/slideLayout1.xml" Id="Re859cc3518ae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59cc3518ae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2fd22ff4d478c" /><Relationship Type="http://schemas.openxmlformats.org/officeDocument/2006/relationships/notesSlide" Target="/ppt/notesSlides/notesSlide1.xml" Id="Rfb4fcf975374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1A49F-CA26-48F6-A84A-DCEEBE82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456"/>
                </a:solidFill>
              </a:defRPr>
            </a:pPr>
            <a:r>
              <a:rPr sz="2700" b="1">
                <a:solidFill>
                  <a:srgbClr val="162456"/>
                </a:solidFill>
              </a:rPr>
              <a:t>화면 요청이 서버와 DB를 거쳐 다시 화면을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1469E-AA34-4F42-AD39-6ABC570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Quest 완료·실패·복구 이벤트는 하나의 Quest Event로 저장되고, 같은 응답이 기록 노트와 Lumi 상태를 갱신한다.</a:t>
            </a:r>
          </a:p>
        </p:txBody>
      </p:sp>
      <p:sp>
        <p:nvSpPr>
          <p:cNvPr id="3" name="react-handler">
            <a:extLst xmlns:a="http://schemas.openxmlformats.org/drawingml/2006/main">
              <a:ext uri="{FF2B5EF4-FFF2-40B4-BE49-F238E27FC236}">
                <a16:creationId xmlns:a16="http://schemas.microsoft.com/office/drawing/2014/main" id="{9B75F99A-C2ED-4674-ACA0-A65CB2BA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581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8EC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react-handler-title">
            <a:extLst xmlns:a="http://schemas.openxmlformats.org/drawingml/2006/main">
              <a:ext uri="{FF2B5EF4-FFF2-40B4-BE49-F238E27FC236}">
                <a16:creationId xmlns:a16="http://schemas.microsoft.com/office/drawing/2014/main" id="{27DE93F8-A355-4677-B578-23CC359F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398E"/>
                </a:solidFill>
              </a:defRPr>
            </a:pPr>
            <a:r>
              <a:rPr sz="1350" b="1">
                <a:solidFill>
                  <a:srgbClr val="1C398E"/>
                </a:solidFill>
              </a:rPr>
              <a:t>1. React Event</a:t>
            </a:r>
          </a:p>
        </p:txBody>
      </p:sp>
      <p:sp>
        <p:nvSpPr>
          <p:cNvPr id="5" name="react-handler-body">
            <a:extLst xmlns:a="http://schemas.openxmlformats.org/drawingml/2006/main">
              <a:ext uri="{FF2B5EF4-FFF2-40B4-BE49-F238E27FC236}">
                <a16:creationId xmlns:a16="http://schemas.microsoft.com/office/drawing/2014/main" id="{07A65CD0-587B-4483-8A01-1CCB7F3E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314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위치  src/App.tsx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IN   사용자 클릭 + quest state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OUT  QuestEventRequest</a:t>
            </a:r>
          </a:p>
        </p:txBody>
      </p:sp>
      <p:sp>
        <p:nvSpPr>
          <p:cNvPr id="6" name="api-adapter">
            <a:extLst xmlns:a="http://schemas.openxmlformats.org/drawingml/2006/main">
              <a:ext uri="{FF2B5EF4-FFF2-40B4-BE49-F238E27FC236}">
                <a16:creationId xmlns:a16="http://schemas.microsoft.com/office/drawing/2014/main" id="{AC42D08F-8D26-47AC-9EE8-FD0E50C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90700"/>
            <a:ext cx="1581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11430">
            <a:solidFill>
              <a:srgbClr val="8EC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api-adapter-title">
            <a:extLst xmlns:a="http://schemas.openxmlformats.org/drawingml/2006/main">
              <a:ext uri="{FF2B5EF4-FFF2-40B4-BE49-F238E27FC236}">
                <a16:creationId xmlns:a16="http://schemas.microsoft.com/office/drawing/2014/main" id="{DEF944D4-6E20-49D9-B677-590D443E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05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398E"/>
                </a:solidFill>
              </a:defRPr>
            </a:pPr>
            <a:r>
              <a:rPr sz="1350" b="1">
                <a:solidFill>
                  <a:srgbClr val="1C398E"/>
                </a:solidFill>
              </a:rPr>
              <a:t>2. API Adapter</a:t>
            </a:r>
          </a:p>
        </p:txBody>
      </p:sp>
      <p:sp>
        <p:nvSpPr>
          <p:cNvPr id="8" name="api-adapter-body">
            <a:extLst xmlns:a="http://schemas.openxmlformats.org/drawingml/2006/main">
              <a:ext uri="{FF2B5EF4-FFF2-40B4-BE49-F238E27FC236}">
                <a16:creationId xmlns:a16="http://schemas.microsoft.com/office/drawing/2014/main" id="{AC845F1B-96DC-4DAF-A662-9E028C6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47900"/>
            <a:ext cx="1314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위치  questLogApi.ts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IN   QuestEventRequest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OUT  fetch POST/GET</a:t>
            </a:r>
          </a:p>
        </p:txBody>
      </p:sp>
      <p:sp>
        <p:nvSpPr>
          <p:cNvPr id="9" name="hono-route">
            <a:extLst xmlns:a="http://schemas.openxmlformats.org/drawingml/2006/main">
              <a:ext uri="{FF2B5EF4-FFF2-40B4-BE49-F238E27FC236}">
                <a16:creationId xmlns:a16="http://schemas.microsoft.com/office/drawing/2014/main" id="{553455A6-CD80-4B7F-BA0A-46F8DEB8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1581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8EC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hono-route-title">
            <a:extLst xmlns:a="http://schemas.openxmlformats.org/drawingml/2006/main">
              <a:ext uri="{FF2B5EF4-FFF2-40B4-BE49-F238E27FC236}">
                <a16:creationId xmlns:a16="http://schemas.microsoft.com/office/drawing/2014/main" id="{68A8C5B8-61CF-4456-A9D1-6DAAD823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398E"/>
                </a:solidFill>
              </a:defRPr>
            </a:pPr>
            <a:r>
              <a:rPr sz="1350" b="1">
                <a:solidFill>
                  <a:srgbClr val="1C398E"/>
                </a:solidFill>
              </a:rPr>
              <a:t>3. Hono Route</a:t>
            </a:r>
          </a:p>
        </p:txBody>
      </p:sp>
      <p:sp>
        <p:nvSpPr>
          <p:cNvPr id="11" name="hono-route-body">
            <a:extLst xmlns:a="http://schemas.openxmlformats.org/drawingml/2006/main">
              <a:ext uri="{FF2B5EF4-FFF2-40B4-BE49-F238E27FC236}">
                <a16:creationId xmlns:a16="http://schemas.microsoft.com/office/drawing/2014/main" id="{EA3CD816-425C-4102-AD2A-36914D9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1314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위치  server/routes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IN   JSON body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OUT  validated event</a:t>
            </a:r>
          </a:p>
        </p:txBody>
      </p:sp>
      <p:sp>
        <p:nvSpPr>
          <p:cNvPr id="12" name="store-db">
            <a:extLst xmlns:a="http://schemas.openxmlformats.org/drawingml/2006/main">
              <a:ext uri="{FF2B5EF4-FFF2-40B4-BE49-F238E27FC236}">
                <a16:creationId xmlns:a16="http://schemas.microsoft.com/office/drawing/2014/main" id="{06E2FBB1-6A17-428A-9505-D4B194F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1581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8EC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tore-db-title">
            <a:extLst xmlns:a="http://schemas.openxmlformats.org/drawingml/2006/main">
              <a:ext uri="{FF2B5EF4-FFF2-40B4-BE49-F238E27FC236}">
                <a16:creationId xmlns:a16="http://schemas.microsoft.com/office/drawing/2014/main" id="{FC500719-E108-4DF2-8C10-80AA6FF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398E"/>
                </a:solidFill>
              </a:defRPr>
            </a:pPr>
            <a:r>
              <a:rPr sz="1350" b="1">
                <a:solidFill>
                  <a:srgbClr val="1C398E"/>
                </a:solidFill>
              </a:rPr>
              <a:t>4. Store / DB</a:t>
            </a:r>
          </a:p>
        </p:txBody>
      </p:sp>
      <p:sp>
        <p:nvSpPr>
          <p:cNvPr id="14" name="store-db-body">
            <a:extLst xmlns:a="http://schemas.openxmlformats.org/drawingml/2006/main">
              <a:ext uri="{FF2B5EF4-FFF2-40B4-BE49-F238E27FC236}">
                <a16:creationId xmlns:a16="http://schemas.microsoft.com/office/drawing/2014/main" id="{5295D694-E5B5-482A-9567-E746F35D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1314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위치  Supabase or memory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IN   validated event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OUT  QuestEventRecord</a:t>
            </a:r>
          </a:p>
        </p:txBody>
      </p:sp>
      <p:sp>
        <p:nvSpPr>
          <p:cNvPr id="15" name="manager-context">
            <a:extLst xmlns:a="http://schemas.openxmlformats.org/drawingml/2006/main">
              <a:ext uri="{FF2B5EF4-FFF2-40B4-BE49-F238E27FC236}">
                <a16:creationId xmlns:a16="http://schemas.microsoft.com/office/drawing/2014/main" id="{506A938C-8B7C-46CB-B565-BD0B5683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1581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8EC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manager-context-title">
            <a:extLst xmlns:a="http://schemas.openxmlformats.org/drawingml/2006/main">
              <a:ext uri="{FF2B5EF4-FFF2-40B4-BE49-F238E27FC236}">
                <a16:creationId xmlns:a16="http://schemas.microsoft.com/office/drawing/2014/main" id="{14F21CB3-EEEF-4367-83A2-E66C1849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398E"/>
                </a:solidFill>
              </a:defRPr>
            </a:pPr>
            <a:r>
              <a:rPr sz="1350" b="1">
                <a:solidFill>
                  <a:srgbClr val="1C398E"/>
                </a:solidFill>
              </a:rPr>
              <a:t>5. Context</a:t>
            </a:r>
          </a:p>
        </p:txBody>
      </p:sp>
      <p:sp>
        <p:nvSpPr>
          <p:cNvPr id="17" name="manager-context-body">
            <a:extLst xmlns:a="http://schemas.openxmlformats.org/drawingml/2006/main">
              <a:ext uri="{FF2B5EF4-FFF2-40B4-BE49-F238E27FC236}">
                <a16:creationId xmlns:a16="http://schemas.microsoft.com/office/drawing/2014/main" id="{3296D892-E9F6-492B-AEA4-06504D52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1314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위치  questEventStore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IN   saved records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OUT  mood, streak, line</a:t>
            </a:r>
          </a:p>
        </p:txBody>
      </p:sp>
      <p:sp>
        <p:nvSpPr>
          <p:cNvPr id="18" name="react-render">
            <a:extLst xmlns:a="http://schemas.openxmlformats.org/drawingml/2006/main">
              <a:ext uri="{FF2B5EF4-FFF2-40B4-BE49-F238E27FC236}">
                <a16:creationId xmlns:a16="http://schemas.microsoft.com/office/drawing/2014/main" id="{DE476F4E-FFA1-4520-9945-EA6DDD8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90700"/>
            <a:ext cx="1581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11430">
            <a:solidFill>
              <a:srgbClr val="8EC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act-render-title">
            <a:extLst xmlns:a="http://schemas.openxmlformats.org/drawingml/2006/main">
              <a:ext uri="{FF2B5EF4-FFF2-40B4-BE49-F238E27FC236}">
                <a16:creationId xmlns:a16="http://schemas.microsoft.com/office/drawing/2014/main" id="{DE8E8421-DAF3-4E3E-891B-76722503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05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398E"/>
                </a:solidFill>
              </a:defRPr>
            </a:pPr>
            <a:r>
              <a:rPr sz="1350" b="1">
                <a:solidFill>
                  <a:srgbClr val="1C398E"/>
                </a:solidFill>
              </a:rPr>
              <a:t>6. React Render</a:t>
            </a:r>
          </a:p>
        </p:txBody>
      </p:sp>
      <p:sp>
        <p:nvSpPr>
          <p:cNvPr id="20" name="react-render-body">
            <a:extLst xmlns:a="http://schemas.openxmlformats.org/drawingml/2006/main">
              <a:ext uri="{FF2B5EF4-FFF2-40B4-BE49-F238E27FC236}">
                <a16:creationId xmlns:a16="http://schemas.microsoft.com/office/drawing/2014/main" id="{FE4FD087-A55C-4801-9BF7-8BC0A99E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47900"/>
            <a:ext cx="1314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위치  Journal + Manager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IN   event + context</a:t>
            </a:r>
          </a:p>
          <a:p xmlns:a="http://schemas.openxmlformats.org/drawingml/2006/main">
            <a:pPr>
              <a:defRPr sz="1013">
                <a:solidFill>
                  <a:srgbClr val="314158"/>
                </a:solidFill>
              </a:defRPr>
            </a:pPr>
            <a:r>
              <a:rPr sz="1013">
                <a:solidFill>
                  <a:srgbClr val="314158"/>
                </a:solidFill>
              </a:rPr>
              <a:t>OUT  기록 노트, Lumi 상태</a:t>
            </a:r>
          </a:p>
        </p:txBody>
      </p:sp>
      <p:cxnSp>
        <p:nvCxnSpPr>
          <p:cNvPr id="5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90750" y="25717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7FFF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76700" y="25717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7FFF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62650" y="25717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7FFF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48600" y="25717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7FFF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734550" y="25717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7FFF"/>
            </a:solidFill>
            <a:prstDash val="solid"/>
            <a:tailEnd type="arrow" w="med" len="med"/>
          </a:ln>
        </p:spPr>
      </p:cxnSp>
      <p:sp>
        <p:nvSpPr>
          <p:cNvPr id="26" name="request-band">
            <a:extLst xmlns:a="http://schemas.openxmlformats.org/drawingml/2006/main">
              <a:ext uri="{FF2B5EF4-FFF2-40B4-BE49-F238E27FC236}">
                <a16:creationId xmlns:a16="http://schemas.microsoft.com/office/drawing/2014/main" id="{92D26633-8D68-49CE-92C1-8451A910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93D"/>
                </a:solidFill>
              </a:defRPr>
            </a:pPr>
            <a:r>
              <a:rPr sz="1350">
                <a:solidFill>
                  <a:srgbClr val="1D293D"/>
                </a:solidFill>
              </a:rPr>
              <a:t>POST /api/quest-events</a:t>
            </a:r>
          </a:p>
          <a:p xmlns:a="http://schemas.openxmlformats.org/drawingml/2006/main">
            <a:pPr>
              <a:defRPr sz="1350">
                <a:solidFill>
                  <a:srgbClr val="1D293D"/>
                </a:solidFill>
              </a:defRPr>
            </a:pPr>
            <a:r>
              <a:rPr sz="1350">
                <a:solidFill>
                  <a:srgbClr val="1D293D"/>
                </a:solidFill>
              </a:rPr>
              <a:t>완료·실패·복구 이벤트를 저장한다. Hono route에서 계약을 검증하고, 유효할 때만 store 또는 Supabase로 넘긴다.</a:t>
            </a:r>
          </a:p>
        </p:txBody>
      </p:sp>
      <p:sp>
        <p:nvSpPr>
          <p:cNvPr id="27" name="query-band">
            <a:extLst xmlns:a="http://schemas.openxmlformats.org/drawingml/2006/main">
              <a:ext uri="{FF2B5EF4-FFF2-40B4-BE49-F238E27FC236}">
                <a16:creationId xmlns:a16="http://schemas.microsoft.com/office/drawing/2014/main" id="{5D01B544-A8BA-4A51-A8F3-A5E1CBC8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EDB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93D"/>
                </a:solidFill>
              </a:defRPr>
            </a:pPr>
            <a:r>
              <a:rPr sz="1350">
                <a:solidFill>
                  <a:srgbClr val="1D293D"/>
                </a:solidFill>
              </a:rPr>
              <a:t>GET /api/quest-events + GET /api/manager-context</a:t>
            </a:r>
          </a:p>
          <a:p xmlns:a="http://schemas.openxmlformats.org/drawingml/2006/main">
            <a:pPr>
              <a:defRPr sz="1350">
                <a:solidFill>
                  <a:srgbClr val="1D293D"/>
                </a:solidFill>
              </a:defRPr>
            </a:pPr>
            <a:r>
              <a:rPr sz="1350">
                <a:solidFill>
                  <a:srgbClr val="1D293D"/>
                </a:solidFill>
              </a:rPr>
              <a:t>새로고침 후에도 저장된 기록을 다시 조회하고, 최근 흐름을 Lumi 대사와 상태로 요약한다.</a:t>
            </a:r>
          </a:p>
        </p:txBody>
      </p:sp>
      <p:sp>
        <p:nvSpPr>
          <p:cNvPr id="28" name="storage-mode-note">
            <a:extLst xmlns:a="http://schemas.openxmlformats.org/drawingml/2006/main">
              <a:ext uri="{FF2B5EF4-FFF2-40B4-BE49-F238E27FC236}">
                <a16:creationId xmlns:a16="http://schemas.microsoft.com/office/drawing/2014/main" id="{51B191CC-421D-49F6-9121-E42BCB2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8420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47E6"/>
          </a:solidFill>
          <a:ln xmlns:a="http://schemas.openxmlformats.org/drawingml/2006/main" w="9525">
            <a:solidFill>
              <a:srgbClr val="193C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핵심 포인트: 서버 mock은 DB 비용 때문이 아니라, Supabase 연결 전에도 FE→BE→Store→UI 한 바퀴를 실제 HTTP 요청으로 검증하기 위한 단계다.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C18CA-61D2-4DF5-999F-F39E8B0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현재 구현 기준: /api/health에서 storageMode가 supabase면 DB 저장, 아니면 memory store로 같은 계약을 검증</a:t>
            </a:r>
          </a:p>
        </p:txBody>
      </p:sp>
    </p:spTree>
    <p:extLst>
      <p:ext uri="{BB962C8B-B14F-4D97-AF65-F5344CB8AC3E}">
        <p14:creationId xmlns:p14="http://schemas.microsoft.com/office/powerpoint/2010/main" val="1915333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2026-07-24T05:13:04.8380000Z</dcterms:created>
  <dcterms:modified xsi:type="dcterms:W3CDTF">2026-07-24T05:13:04.8380000Z</dcterms:modified>
</coreProperties>
</file>