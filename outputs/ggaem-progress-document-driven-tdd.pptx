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ea380245af4ec7" /><Relationship Type="http://schemas.openxmlformats.org/officeDocument/2006/relationships/extended-properties" Target="/docProps/app.xml" Id="Rda57ecff2b474e96" /><Relationship Type="http://schemas.openxmlformats.org/officeDocument/2006/relationships/officeDocument" Target="/ppt/presentation.xml" Id="R32099b42f9f8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7eb521242345b0"/>
  </p:sldMasterIdLst>
  <p:notesMasterIdLst>
    <p:notesMasterId xmlns:r="http://schemas.openxmlformats.org/officeDocument/2006/relationships" r:id="R9651e55bc51e4aec"/>
  </p:notesMasterIdLst>
  <p:sldIdLst>
    <p:sldId xmlns:r="http://schemas.openxmlformats.org/officeDocument/2006/relationships" id="256" r:id="R762c8fbb2d3a4c0c"/>
    <p:sldId xmlns:r="http://schemas.openxmlformats.org/officeDocument/2006/relationships" id="257" r:id="R9c150bc760fa4b32"/>
    <p:sldId xmlns:r="http://schemas.openxmlformats.org/officeDocument/2006/relationships" id="258" r:id="R4fdd72ef99ab40e2"/>
    <p:sldId xmlns:r="http://schemas.openxmlformats.org/officeDocument/2006/relationships" id="259" r:id="Ra094e1a51fb344e6"/>
    <p:sldId xmlns:r="http://schemas.openxmlformats.org/officeDocument/2006/relationships" id="260" r:id="Rd0243726deb34997"/>
    <p:sldId xmlns:r="http://schemas.openxmlformats.org/officeDocument/2006/relationships" id="261" r:id="R70674783c292418d"/>
    <p:sldId xmlns:r="http://schemas.openxmlformats.org/officeDocument/2006/relationships" id="262" r:id="Rdf9b741c47de48e1"/>
    <p:sldId xmlns:r="http://schemas.openxmlformats.org/officeDocument/2006/relationships" id="263" r:id="R15f7a08013cb48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1244f31175474c" /><Relationship Type="http://schemas.openxmlformats.org/officeDocument/2006/relationships/slideMaster" Target="/ppt/slideMasters/slideMaster1.xml" Id="R0d7eb521242345b0" /><Relationship Type="http://schemas.openxmlformats.org/officeDocument/2006/relationships/notesMaster" Target="/ppt/notesMasters/notesMaster1.xml" Id="R9651e55bc51e4aec" /><Relationship Type="http://schemas.openxmlformats.org/officeDocument/2006/relationships/presProps" Target="/ppt/presProps.xml" Id="R5064489ef23640c0" /><Relationship Type="http://schemas.openxmlformats.org/officeDocument/2006/relationships/tableStyles" Target="/ppt/tableStyles.xml" Id="R4f0d09b105bb42bd" /><Relationship Type="http://schemas.openxmlformats.org/officeDocument/2006/relationships/slide" Target="/ppt/slides/slide1.xml" Id="R762c8fbb2d3a4c0c" /><Relationship Type="http://schemas.openxmlformats.org/officeDocument/2006/relationships/slide" Target="/ppt/slides/slide2.xml" Id="R9c150bc760fa4b32" /><Relationship Type="http://schemas.openxmlformats.org/officeDocument/2006/relationships/slide" Target="/ppt/slides/slide3.xml" Id="R4fdd72ef99ab40e2" /><Relationship Type="http://schemas.openxmlformats.org/officeDocument/2006/relationships/slide" Target="/ppt/slides/slide4.xml" Id="Ra094e1a51fb344e6" /><Relationship Type="http://schemas.openxmlformats.org/officeDocument/2006/relationships/slide" Target="/ppt/slides/slide5.xml" Id="Rd0243726deb34997" /><Relationship Type="http://schemas.openxmlformats.org/officeDocument/2006/relationships/slide" Target="/ppt/slides/slide6.xml" Id="R70674783c292418d" /><Relationship Type="http://schemas.openxmlformats.org/officeDocument/2006/relationships/slide" Target="/ppt/slides/slide7.xml" Id="Rdf9b741c47de48e1" /><Relationship Type="http://schemas.openxmlformats.org/officeDocument/2006/relationships/slide" Target="/ppt/slides/slide8.xml" Id="R15f7a08013cb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452db5f1a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c6481523a4f9d" /><Relationship Type="http://schemas.openxmlformats.org/officeDocument/2006/relationships/notesMaster" Target="/ppt/notesMasters/notesMaster1.xml" Id="R2c4f7c2c532b45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9fd8586ee4dde" /><Relationship Type="http://schemas.openxmlformats.org/officeDocument/2006/relationships/notesMaster" Target="/ppt/notesMasters/notesMaster1.xml" Id="R749582e44965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03c905e3e44da" /><Relationship Type="http://schemas.openxmlformats.org/officeDocument/2006/relationships/notesMaster" Target="/ppt/notesMasters/notesMaster1.xml" Id="R7c0117f838bc47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1eac245cb47af" /><Relationship Type="http://schemas.openxmlformats.org/officeDocument/2006/relationships/notesMaster" Target="/ppt/notesMasters/notesMaster1.xml" Id="R7966dec729054b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77fd600ac4a6a" /><Relationship Type="http://schemas.openxmlformats.org/officeDocument/2006/relationships/notesMaster" Target="/ppt/notesMasters/notesMaster1.xml" Id="R3163921ac0484b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02b5810844014" /><Relationship Type="http://schemas.openxmlformats.org/officeDocument/2006/relationships/notesMaster" Target="/ppt/notesMasters/notesMaster1.xml" Id="R8bce37cbad964e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cf720b85b54494" /><Relationship Type="http://schemas.openxmlformats.org/officeDocument/2006/relationships/notesMaster" Target="/ppt/notesMasters/notesMaster1.xml" Id="R509be211ad90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4931df39644fa4" /><Relationship Type="http://schemas.openxmlformats.org/officeDocument/2006/relationships/notesMaster" Target="/ppt/notesMasters/notesMaster1.xml" Id="R99f214e71dd5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7a31d697f4b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3d3260e5e4ee1" /><Relationship Type="http://schemas.openxmlformats.org/officeDocument/2006/relationships/slideLayout" Target="/ppt/slideLayouts/slideLayout1.xml" Id="Ra0084f9da7f440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84f9da7f440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96c46af484061" /><Relationship Type="http://schemas.openxmlformats.org/officeDocument/2006/relationships/image" Target="/ppt/media/image.png" Id="R1395eb6cc7b94501" /><Relationship Type="http://schemas.openxmlformats.org/officeDocument/2006/relationships/notesSlide" Target="/ppt/notesSlides/notesSlide1.xml" Id="R168e3633c50e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faaa12f594fdf" /><Relationship Type="http://schemas.openxmlformats.org/officeDocument/2006/relationships/notesSlide" Target="/ppt/notesSlides/notesSlide2.xml" Id="Rfa51cf752660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b43ab44b14fe9" /><Relationship Type="http://schemas.openxmlformats.org/officeDocument/2006/relationships/notesSlide" Target="/ppt/notesSlides/notesSlide3.xml" Id="Raf41aebb836446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10d4cdd7e48ca" /><Relationship Type="http://schemas.openxmlformats.org/officeDocument/2006/relationships/notesSlide" Target="/ppt/notesSlides/notesSlide4.xml" Id="R5ace744528f3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b9ae42bbd4182" /><Relationship Type="http://schemas.openxmlformats.org/officeDocument/2006/relationships/notesSlide" Target="/ppt/notesSlides/notesSlide5.xml" Id="Ra5209746358f4c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55a6fdb048d0" /><Relationship Type="http://schemas.openxmlformats.org/officeDocument/2006/relationships/notesSlide" Target="/ppt/notesSlides/notesSlide6.xml" Id="Rf4740cd2584d41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3cc833f014b48" /><Relationship Type="http://schemas.openxmlformats.org/officeDocument/2006/relationships/notesSlide" Target="/ppt/notesSlides/notesSlide7.xml" Id="R8826bb4cc10043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f4bc52642421e" /><Relationship Type="http://schemas.openxmlformats.org/officeDocument/2006/relationships/notesSlide" Target="/ppt/notesSlides/notesSlide8.xml" Id="Rb393e0a93e7148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3ACAC-6FF4-4AAC-9595-4AC789E6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MVP PROGRESS · 2026.07.24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55B5E-93DC-40C0-B938-ACBA18B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619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시대,</a:t>
            </a:r>
          </a:p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생각을 깨우는 서비스 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CC08E-FA19-4E68-8BFE-ACC14A2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원문을 읽고, 질문하고, 한 줄로 남기는</a:t>
            </a:r>
          </a:p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비판적 사고 습관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7515A-3BF7-4FC1-A858-1C362601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B335E-E0F5-44A1-90AB-A68DEC6A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A7D1C-C82C-444E-950D-B217A47D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56E28-D9F4-45CF-8C3B-7934BD8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720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6B71B-3660-4BEB-9A82-C496AF1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339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D6BAE-B1EB-490C-BBA0-881A7F5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BDD69-97BA-4E71-9136-53FD1BB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"/>
            <a:ext cx="5276850" cy="5562600"/>
          </a:xfrm>
          <a:prstGeom xmlns:a="http://schemas.openxmlformats.org/drawingml/2006/main" prst="roundRect">
            <a:avLst>
              <a:gd name="adj" fmla="val 216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53CDE-23CA-4872-8528-41CB5E03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47725"/>
            <a:ext cx="4457700" cy="47625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5eb6cc7b94501"/>
          <a:stretch xmlns:a="http://schemas.openxmlformats.org/drawingml/2006/main"/>
        </p:blipFill>
        <p:spPr>
          <a:xfrm xmlns:a="http://schemas.openxmlformats.org/drawingml/2006/main">
            <a:off x="7671642" y="1381125"/>
            <a:ext cx="2754217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F938-7CD3-4E24-94C5-AF6AEE0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생각을 깨우자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76F8A-4525-4FEF-931E-1BB8D8A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292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서비스 소개 · 시연 · 아키텍처 · AI 활용</a:t>
            </a:r>
          </a:p>
        </p:txBody>
      </p:sp>
    </p:spTree>
    <p:extLst>
      <p:ext uri="{BB962C8B-B14F-4D97-AF65-F5344CB8AC3E}">
        <p14:creationId xmlns:p14="http://schemas.microsoft.com/office/powerpoint/2010/main" val="850711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15FBE-AF7B-4B70-8FEF-F8D6943B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01 ·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3DDC7-2ABF-44AD-AA52-1CBA966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깸은 요약 대신 ‘생각할 이유’를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64239-D40E-4F0B-AC45-7D6EC9D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BA8D-B0B7-4F22-94EB-90A577A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76250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0BD5B-639E-4BAB-A95F-8B11B6F8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8"/>
          </a:solidFill>
          <a:ln xmlns:a="http://schemas.openxmlformats.org/drawingml/2006/main" w="9525">
            <a:solidFill>
              <a:srgbClr val="ECE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25267-3699-42DA-A8FF-22475D85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일반적인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5F0C3-65C0-47A3-9122-892F4F13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빠르게 소비하고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‘읽음’에서 끝난다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C70FE-AF0A-444C-A14E-834B1945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1AC17-0A52-4752-9D04-2E1B078C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AI 요약으로 핵심만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F70AB-2540-4EC4-8555-C14AED3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DB251-DE60-420B-BC38-935B45B8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다음 콘텐츠로 바로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0D942-F7FD-4A53-BE4F-E0C09FB8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81150"/>
            <a:ext cx="5934075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35E96-6059-4EF4-9297-7A6BDA63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859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035CC-A443-4A0F-A7C8-F5905FEB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깸의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F30E3-FF44-40F8-9B5A-708E9E0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288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원문을 읽고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생각으로 끝낸다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F7D97-B72B-462D-B496-7579D77A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A9529-9F98-4467-937F-6129A6B5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242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 · 반박 · 연결 · 표현 중 한 가지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CAD5C-0168-4D34-B466-CE5F2CC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59763-A3F5-42D7-9274-430521A8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1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생각을 기록하고 다시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65837-C78A-4F73-9D10-7D555BE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600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AF41E-1369-4C81-A31E-E810B89B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콘텐츠 소비의 끝을 ‘읽음’에서 ‘생각 기록’으로 이동</a:t>
            </a:r>
          </a:p>
        </p:txBody>
      </p:sp>
    </p:spTree>
    <p:extLst>
      <p:ext uri="{BB962C8B-B14F-4D97-AF65-F5344CB8AC3E}">
        <p14:creationId xmlns:p14="http://schemas.microsoft.com/office/powerpoint/2010/main" val="1407686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1F1D2-2236-4005-8EDA-06042B9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02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72FFF-EFAA-4184-930E-6C4F83C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시연: 2분 안에 핵심 루프 한 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1E828-5AC7-4A95-8892-0C9633F6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EA4B4-5777-4CA1-B2D1-407ADAE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실제 서비스 화면으로 아래 흐름을 끊김 없이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A37BF-CF78-4C82-95F9-EE8A30C2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D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544F1-1A34-4167-BA63-F4D9FD2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BE2A7-76E6-4B59-91AD-040E54D1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07E3B-90BB-4F59-85E3-7CB68765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CC5D5-97D1-4AB7-96EA-1996A82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1~3개 선택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세션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1F21-3685-4179-B529-D1EC5EB0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E35AD-431A-486D-89A9-B8464343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1AB89-A36B-49E1-8FAA-B5D8BAED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오늘의 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A77C4-5971-4B37-8A98-1E6C853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풀에서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맞춤 글 1~3개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2732E-228E-498F-856F-EBA2DA9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49458-7291-4C45-8FDE-E1FB63A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EEA87-2BCA-4DE2-8DFF-970DFB7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 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13F9A-7B34-41EC-83F0-9A28D8E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새 탭에서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 그대로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0048C-04EB-4A6A-8C8F-4EB2DFB9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50BC9-239A-4901-BE34-2EBDC08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EE382-A8D3-4D72-9BD2-2AECE221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사고 미션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8CE24-BAA6-4749-9303-7657403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질문·반박·연결·표현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중 하나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9D8A1-85DB-4EA8-B540-74903CE9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42449-64A4-48DA-98F3-EA6399B9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3C277-F671-4A6A-B25C-18690D7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나의 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EFC83-BC89-4202-A56A-6E6FDFEE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기록을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캘린더에서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44622-4A01-42FE-B56A-94AA527C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1201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19F60-D356-4316-9095-AE77119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324D5-6C89-47C4-B71E-2310C10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전환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4E6D2F-0D25-4642-8EC9-AEBC848F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이 슬라이드에서 실제 서비스로 전환 → 미션 저장 후 다시 발표자료로 복귀</a:t>
            </a:r>
          </a:p>
        </p:txBody>
      </p:sp>
    </p:spTree>
    <p:extLst>
      <p:ext uri="{BB962C8B-B14F-4D97-AF65-F5344CB8AC3E}">
        <p14:creationId xmlns:p14="http://schemas.microsoft.com/office/powerpoint/2010/main" val="1952129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4C9A53-573C-41E5-8905-8DDACD7F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03 ·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89005-376C-49B7-B5E7-F51E3280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 MVP는 핵심 사용자 루프까지 연결됐다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C0A0C-5A69-45E3-9A41-10523964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1A3A1-CD1E-4C90-9BC3-AC04A6A1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화면, API, 데이터가 하나의 흐름으로 동작하며 콘텐츠 소스는 확장 중입니다.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3102D-804C-420A-A393-F305925F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DE544-2BAB-4469-9902-31624376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432A3-EBD2-4453-974B-5280E201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CFBDA-38A7-435E-B3FA-3B0806A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430B5-EB97-45A8-936F-5E249AFD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0153-55D9-4297-89DA-741430F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8DD00-3DB1-4782-9EC7-1A5FE7B8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 1~3개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012ED-FD31-4A02-B2CD-12C4E7E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09A2B-0BF8-4063-89D5-E885FF9E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오늘의 글 추천·원문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0CC26-CAB3-428A-8048-87A97E5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3C500-8EF9-4786-958E-0A744990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미션 저장·월별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2254D-179E-47B3-86C0-E51935C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7BCB6-D4FA-4900-8EF6-CED585EC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FF61-EFBC-4FF2-B9AD-F17DAF81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040ED-712F-47C9-9B4A-576D43B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66B93-AD94-4CB0-8180-F5A9675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백엔드·데이터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D11F3-3174-453C-B498-5DFDA5C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1136E-A7DA-429B-B783-7E546E7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FastAPI 계약과 JWT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294D2-F0D1-4CFD-886D-327A380F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2FA4B-B3C6-4035-B7DE-C682DE61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Supabase Auth·RLS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9300D-2850-40B0-A106-498F8D35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57913-16B4-4C4D-BC08-AC75415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콘텐츠·사용자 기록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C74407-708D-4334-9B36-77740E41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5025A9-E5DF-439B-8F8D-C0FC36D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0F9393-85A1-4791-95C7-38537AC3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300C7-69FC-4F0F-9299-F1AB6A2D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확장 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035E4-B6F3-4DEE-A25B-F2C6A3A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콘텐츠 수집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288E7E-A57E-438E-8EE6-36F17836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3D387-F63D-4D87-A1FE-A2CB25C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RSS 수동 CLI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5F684-B374-4AB9-BBAA-B028638B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5EB5D4-7F10-4205-B57E-A7509A4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접근성·품질·중복 검사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717A3B-360E-473B-B1D5-CA3A6E48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E0D50A-77DB-4CF7-BA5A-C870D0ED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DEVOCEAN 등 소스 확대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D12DDA-6908-4A52-AC4E-15166D71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877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B6CC9F-DE5A-4270-B2F8-8312BDA2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수집은 자동 스케줄이 아니라 소스별 CLI 실행</a:t>
            </a:r>
          </a:p>
        </p:txBody>
      </p:sp>
    </p:spTree>
    <p:extLst>
      <p:ext uri="{BB962C8B-B14F-4D97-AF65-F5344CB8AC3E}">
        <p14:creationId xmlns:p14="http://schemas.microsoft.com/office/powerpoint/2010/main" val="1839066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DDE9E5-3B0B-4A39-8839-EEC9206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04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2F4E4-1A88-4742-A9CF-BF787EDF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데이터 요청은 API로, 인증만 직접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A7807-C51A-4F40-9C96-8A6F4C58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976F6-9C6E-4B96-8F0D-BCA45B6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3659F-F6E4-4D0C-B093-6927A0CA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8C0C0-659E-4712-9BC5-80307735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64E2F-8096-40DB-BF58-2E82063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173AD-B3BB-45E9-B721-36CB0086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D269D-3C1C-4208-A151-98F2B31A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2787E-1F98-4C3B-97CF-6529432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DC188-6CE3-4BC1-A5EA-37E6B638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89B01-07A1-48AB-BDF7-34C40EE6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179FE-C9BB-405C-9D15-593F44FC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9C364-96DE-48C9-89C8-140EE3A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D2AC6-4ED9-41E3-9444-12A9898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5E92B-7838-46F9-BA31-5F0BF8E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F0E7B-A66F-48D6-A682-370971C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51E7B-863E-4309-9BD7-C63B954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6680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D0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C7379-4592-4197-BCF6-070A739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62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외부 원문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C2EDB-3645-4BCF-9F87-9E9BC4F9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5A928-8E97-4301-B474-07A1551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5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 Auth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47190-2DBF-4A81-8D72-615E2875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32115-E35D-4469-AEF3-C0C4A4A9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RSS 수집기</a:t>
            </a:r>
          </a:p>
        </p:txBody>
      </p: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62150" y="2771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8150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2945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6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476625" y="1562100"/>
            <a:ext cx="6715125" cy="476250"/>
          </a:xfrm>
          <a:prstGeom xmlns:a="http://schemas.openxmlformats.org/drawingml/2006/main" prst="bentConnector5">
            <a:avLst>
              <a:gd name="adj1" fmla="val 0"/>
              <a:gd name="adj2" fmla="val 48000"/>
              <a:gd name="adj3" fmla="val 96596"/>
            </a:avLst>
          </a:prstGeom>
          <a:ln xmlns:a="http://schemas.openxmlformats.org/drawingml/2006/main" w="19050">
            <a:solidFill>
              <a:srgbClr val="F5DD5A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6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476625" y="3505200"/>
            <a:ext cx="17430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86885"/>
            </a:avLst>
          </a:prstGeom>
          <a:ln xmlns:a="http://schemas.openxmlformats.org/drawingml/2006/main" w="19050">
            <a:solidFill>
              <a:srgbClr val="A6B4F5"/>
            </a:solidFill>
            <a:prstDash val="dash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2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8772525" y="3505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A8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C2630B-2240-4E70-82E0-A9A09EF1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/api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9FC36A-E4A2-4EE1-8915-28C6F27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사용자 JWT + RLS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16273-9323-4CDE-8C90-0124630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9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인증만 직접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A11F9-C215-41B1-BB54-E838766D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95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검증된 공용 콘텐츠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179909-600F-4F1D-848B-8C99B36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64C6E2-F53E-485D-B920-C5AB1718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 데이터 경로와 콘텐츠 수집 경로를 분리해 권한 경계를 명확히 유지</a:t>
            </a:r>
          </a:p>
        </p:txBody>
      </p:sp>
    </p:spTree>
    <p:extLst>
      <p:ext uri="{BB962C8B-B14F-4D97-AF65-F5344CB8AC3E}">
        <p14:creationId xmlns:p14="http://schemas.microsoft.com/office/powerpoint/2010/main" val="204673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594765-8775-4D75-9D86-8A3310C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05 · CONTENT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43C37-D00E-4EDA-AF44-221914FD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콘텐츠를 계속 갱신하고, 추천만 개인화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ECF9E-F919-4D2E-A81D-B0D0F76D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9652F-E808-49D8-8F85-E288E89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FAE4E-31FD-4ECC-9943-80C2994B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사용자마다 콘텐츠 DB를 만들지 않는다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B5361-B5E9-4435-BC40-BE25EC4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4FAB7-E5B2-4BCD-8CD7-F61381DA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5CA5-7724-466C-BDB4-B27362D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검증된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8AE9E-CDB8-4D68-812B-CC3E6BB6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공식 소스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활성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BCE12-4B8F-43C8-8670-A3ED3C72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D02D4-6E32-45BD-8A9A-1A066CA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F4425-D457-46A5-A1A2-F11DF74D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수집·파싱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7854D-13DF-4278-A52C-133E87F7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제목·URL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발행일·소개문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90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F542E-D0D6-4D04-96C1-F9CA3E4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0B523-CFCC-4E52-841B-77E5CDA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FA98D-E49A-47AC-8684-969ED14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품질 검사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7175C-C0F5-4483-8879-144628F3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Canonical 중복</a:t>
            </a:r>
          </a:p>
        </p:txBody>
      </p: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86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30D7A-2405-4610-AC6D-7A3F7E60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6CA12-F62F-45C0-A30A-A17E8DA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EBD25-C3CD-48F0-8325-67AE780D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440C0-67BF-4B01-AC5A-13BC082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기사·태그를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하나의 풀에 저장</a:t>
            </a:r>
          </a:p>
        </p:txBody>
      </p:sp>
      <p:cxnSp>
        <p:nvCxnSpPr>
          <p:cNvPr id="6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81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EBB6A-F220-4F3F-AD97-A8AA5073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9BC64-02EA-48AC-A357-39116D35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2C6AD-A647-4B0F-96A5-A05DF3ED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맞춤 추천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56CD8-7188-4411-A08E-75716EF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관심사·최신성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완료 기록 반영</a:t>
            </a:r>
          </a:p>
        </p:txBody>
      </p:sp>
      <p:cxnSp>
        <p:nvCxnSpPr>
          <p:cNvPr id="66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77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C670C-2BC6-44D9-A7CB-E7C5F3C8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768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B3593-46C2-42D0-97A1-4CAA780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48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403D4-AE55-4696-9129-71F4307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863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USER 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8A5DA-86D6-4A77-AEE3-D6F6DB5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· 미션 완료 기록</a:t>
            </a:r>
          </a:p>
        </p:txBody>
      </p:sp>
      <p:cxnSp>
        <p:nvCxnSpPr>
          <p:cNvPr id="71" name=""/>
          <p:cNvCxnSpPr>
            <a:stCxn xmlns:a="http://schemas.openxmlformats.org/drawingml/2006/main" id="30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9067800" y="4276725"/>
            <a:ext cx="6572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F6B"/>
            </a:solidFill>
            <a:prstDash val="dash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2066A7-8978-488B-AB09-18DD5BF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수집 주기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B1E49B-1656-4BB0-BD95-AD5850C7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현재: 소스별 CLI 실행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20B6B7-E10B-48C3-9E0B-435D8D9B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4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향후: 스케줄러를 붙여 같은 파이프라인 반복</a:t>
            </a:r>
          </a:p>
        </p:txBody>
      </p:sp>
    </p:spTree>
    <p:extLst>
      <p:ext uri="{BB962C8B-B14F-4D97-AF65-F5344CB8AC3E}">
        <p14:creationId xmlns:p14="http://schemas.microsoft.com/office/powerpoint/2010/main" val="806929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39E610-5C0B-484F-AAAA-E2F1AA2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06 · AI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C49B3-CD7A-47C8-870A-CEDF4DD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협업을 반복 가능한 시스템으로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7AF5-0A1D-42B6-9EF2-61CBBD2C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08FF-EA21-441E-8A49-7E0D971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A92A5-D6BD-43F1-9AF6-96511041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역할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18227-B167-4B09-A655-F480328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04950"/>
            <a:ext cx="190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21E49-3BAB-4333-A075-D90C591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86F37-CB0B-4CB6-880B-CC12CB41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7AED1-977C-4252-BB42-F83F427E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716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요구사항·완료 기준 설계</a:t>
            </a:r>
          </a:p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최종 구현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5321B-0E27-424E-82C0-C2152136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5260F-9D91-4AD5-B27A-C35A70B0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A15A2-58AD-4E03-9C6A-F2324819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10559-D18D-4BBF-AF10-E51E2AE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574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범위와 결정 확정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30A78-4996-4674-9D93-540B8B0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3A81B-26D1-41DA-8E6E-1D48EE8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62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FBE48-7232-4C9D-B2D1-A0888C8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002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7F39A-A23E-46F1-A1E3-C373322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7167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확정된 설계 구현</a:t>
            </a:r>
          </a:p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독립 서브에이전트 교차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94E4A-BEED-4664-9919-B8F9059B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1201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BFBFF-9609-4197-958B-0312D0DC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D0C44-971A-4A39-B80D-CF25F82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스킬화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1CEBD-DA81-43DF-AF05-E1E3D8DD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24175"/>
            <a:ext cx="190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57323-43CB-46EE-A11B-71B63B4D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prototype-screen-sync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AFC83-95D2-4767-8254-E25A6BCD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432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프로토타입 비교 → 상태 계약 확인 → 화면 단위 구현 → 전체 회귀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D8EBF-26AA-4E00-9036-B7B84C5C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SUB-AGENTS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317DF-EC6F-4B08-BA37-3B714278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전문화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89B35-16F8-4579-A8B0-6965A89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71950"/>
            <a:ext cx="190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1E8BB-E2DA-42A8-986D-6BA22E98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AA827-3B01-44A1-9E24-628DC4E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1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task_planner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F64FE-EDB8-459D-98C1-F12FA3D0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스프린트·이슈 계획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D4219-4B61-4830-9B27-66ABC2ED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DA19A-4826-42A2-BE48-BB74A70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10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code-reviewer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C957A-2102-407A-AFB2-4772428F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구현 직후 독립 리뷰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14EA0-DF33-4C4A-A22E-7A8300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CF03F-4B53-4DA7-8E0B-DC71ED42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debugger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5ED76B-BA3F-4CC0-A943-CF88C229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수정 전 원인 분석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3DF7D3-C948-43AC-92DC-69A86BE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E2C03D-A899-45A6-BEF0-B18F62D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반복되는 지시와 판단 기준을 프롬프트 · 스킬 · 에이전트로 코드화</a:t>
            </a:r>
          </a:p>
        </p:txBody>
      </p:sp>
    </p:spTree>
    <p:extLst>
      <p:ext uri="{BB962C8B-B14F-4D97-AF65-F5344CB8AC3E}">
        <p14:creationId xmlns:p14="http://schemas.microsoft.com/office/powerpoint/2010/main" val="819908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D9CB49-E5AB-45AA-B687-7F3103B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07 · DOCUMENT-DRIVEN TDD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20716-0D5B-48D5-B037-774D04E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RED/GREEN은 테스트 코드가 아니라 설계 문서로 판정했다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EC023-949A-45E3-B608-C406974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1360E-A18B-4255-A99C-4036962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TEST ORACLE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0F1E8-1A4C-46F9-B73E-B64C2096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43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GREEN의 기준을 먼저 문서로 고정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9D2E2-239F-446A-B65F-4EC7A5BB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38325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1777B-F63E-45BC-94B0-53D972C5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제품·사용자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BA80-021D-4C7F-BEAD-3A24F7D4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3832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64178-382F-43E9-8638-0933E8D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8764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기능별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55F69-62AE-48C6-9AD4-96D1F00B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3832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225CE-F9E2-45D0-BE27-92F870B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764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API·DB 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B1526-4568-4410-A23C-84F959A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38325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3963C-A368-49A6-B47F-3D39626F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8764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구현 완료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D901E-BE0D-4619-A74E-81F5D423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38325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FFE4F-0EE3-45D6-8956-D75C82C8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764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docs/quality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81DD9-69C8-42F0-9818-11934C4B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383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문서의 기대 결과가 테스트 오라클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93F66-3DC9-4FDB-B265-3E472A94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83347-B067-4694-8E22-A50A1D6B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C70D9-8A2D-4512-A2F6-9F2AA1F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BAE69-6245-4079-BCD1-DF9F35D6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BB7D1-C111-4F44-86F0-5B571685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DA168-310B-458F-AB93-9ACD0020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90850"/>
            <a:ext cx="5715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5033A-1CCE-4F2A-9ABC-501B9A4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BF032-F941-4040-981C-E00A074B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9562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05DB9-1E23-4FA4-BAFC-37D2EC9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9562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8A04E-4A3D-4424-BB6F-3045357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F6116-5F73-482A-9F61-F291B7BC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9562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95628-D012-46F8-9087-47480D0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기준 미충족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1DBF4-8372-48FD-BE41-FA7C57D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구현 전 또는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수정 항목이 남은 상태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90C4B-3BFB-474C-9CA9-9A2366D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195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BEF95-129E-4E83-9228-0E4A029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576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8D30A-CC67-4A1D-AC34-A8823645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386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구현·수정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2A196-E17A-47FC-B766-BDFA286C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81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확정된 설계 범위만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production 코드에 반영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2A3160-149A-4DD6-928A-13E363C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5F6A2-7D55-49D3-9DD7-81B8A0D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code-reviewer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22256-B5C0-4C53-80AE-D968D99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중간 판정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B2B2F4-D469-4EF0-8E57-3C118846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문서와 구현 비교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누락·과구현·보안 경계 확인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가능한 검증 명령 실행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6AF9A-0C61-473C-AA18-88952CBB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9765A-F3BD-4C70-B3F5-80F41AA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576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F5DE5-D4FB-4C6A-9DB7-91852F79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386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최종 판정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3ACC7B-4ED2-4C7C-8FED-E989138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81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완료 기준 전체와 하네스 검증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401·422·RLS 차단 확인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실패 시 수정 항목 재전달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402240-23A9-4C01-B71D-D5164347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385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모든 기준 충족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B73CED-06C6-432F-8273-C3601CF1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설계·품질·실행 결과가</a:t>
            </a:r>
          </a:p>
          <a:p xmlns:a="http://schemas.openxmlformats.org/drawingml/2006/main">
            <a:pPr algn="r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모두 기대값과 일치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2AF144-3424-4B31-AC87-5EFC7402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48275"/>
            <a:ext cx="558165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EA15ED-B2D7-4762-8B3B-0F0202C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7A4195-67AC-4FAC-AEDE-180C68C4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실패 시에만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2289F8-BA17-4799-B22B-CC48AE50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72100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debugger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A67147-AD81-4B74-A62F-10C73411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81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근본 원인만 분석 → 직접 수정·최종 판정은 하지 않음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B8BD5B-9A79-4CB0-B6AA-28440085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11201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71CD-C718-4691-8E17-0D60C90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중간 판정 · 원인 분석 · 수정 · 최종 판정을 서로 다른 역할로 분리</a:t>
            </a:r>
          </a:p>
        </p:txBody>
      </p:sp>
    </p:spTree>
    <p:extLst>
      <p:ext uri="{BB962C8B-B14F-4D97-AF65-F5344CB8AC3E}">
        <p14:creationId xmlns:p14="http://schemas.microsoft.com/office/powerpoint/2010/main" val="225078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2026-07-24T04:08:40.4620000Z</dcterms:created>
  <dcterms:modified xsi:type="dcterms:W3CDTF">2026-07-24T04:08:40.4620000Z</dcterms:modified>
</coreProperties>
</file>