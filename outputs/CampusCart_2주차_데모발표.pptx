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시우 이" userId="8f402ae8670124a9" providerId="LiveId" clId="{3237BE41-F11F-463F-A319-C4FEBCB40171}"/>
    <pc:docChg chg="delSld modSld">
      <pc:chgData name="시우 이" userId="8f402ae8670124a9" providerId="LiveId" clId="{3237BE41-F11F-463F-A319-C4FEBCB40171}" dt="2026-07-16T10:06:48.243" v="22" actId="1076"/>
      <pc:docMkLst>
        <pc:docMk/>
      </pc:docMkLst>
      <pc:sldChg chg="del">
        <pc:chgData name="시우 이" userId="8f402ae8670124a9" providerId="LiveId" clId="{3237BE41-F11F-463F-A319-C4FEBCB40171}" dt="2026-07-16T09:42:03.814" v="2" actId="2696"/>
        <pc:sldMkLst>
          <pc:docMk/>
          <pc:sldMk cId="1286183701" sldId="257"/>
        </pc:sldMkLst>
      </pc:sldChg>
      <pc:sldChg chg="modSp mod">
        <pc:chgData name="시우 이" userId="8f402ae8670124a9" providerId="LiveId" clId="{3237BE41-F11F-463F-A319-C4FEBCB40171}" dt="2026-07-16T10:06:48.243" v="22" actId="1076"/>
        <pc:sldMkLst>
          <pc:docMk/>
          <pc:sldMk cId="1565765092" sldId="258"/>
        </pc:sldMkLst>
        <pc:spChg chg="mod">
          <ac:chgData name="시우 이" userId="8f402ae8670124a9" providerId="LiveId" clId="{3237BE41-F11F-463F-A319-C4FEBCB40171}" dt="2026-07-16T10:06:48.243" v="22" actId="1076"/>
          <ac:spMkLst>
            <pc:docMk/>
            <pc:sldMk cId="1565765092" sldId="258"/>
            <ac:spMk id="25" creationId="{1A38D3BE-CC05-4991-BD5B-5F04D5C8A6FF}"/>
          </ac:spMkLst>
        </pc:spChg>
      </pc:sldChg>
      <pc:sldChg chg="del mod modShow">
        <pc:chgData name="시우 이" userId="8f402ae8670124a9" providerId="LiveId" clId="{3237BE41-F11F-463F-A319-C4FEBCB40171}" dt="2026-07-16T09:41:53.141" v="1" actId="2696"/>
        <pc:sldMkLst>
          <pc:docMk/>
          <pc:sldMk cId="1870067196" sldId="259"/>
        </pc:sldMkLst>
      </pc:sldChg>
      <pc:sldChg chg="modSp mod">
        <pc:chgData name="시우 이" userId="8f402ae8670124a9" providerId="LiveId" clId="{3237BE41-F11F-463F-A319-C4FEBCB40171}" dt="2026-07-16T09:42:16.569" v="16" actId="20577"/>
        <pc:sldMkLst>
          <pc:docMk/>
          <pc:sldMk cId="445036806" sldId="262"/>
        </pc:sldMkLst>
        <pc:spChg chg="mod">
          <ac:chgData name="시우 이" userId="8f402ae8670124a9" providerId="LiveId" clId="{3237BE41-F11F-463F-A319-C4FEBCB40171}" dt="2026-07-16T09:42:16.569" v="16" actId="20577"/>
          <ac:spMkLst>
            <pc:docMk/>
            <pc:sldMk cId="445036806" sldId="262"/>
            <ac:spMk id="4" creationId="{3710207B-5C75-43B8-9B08-74A757D6E728}"/>
          </ac:spMkLst>
        </pc:spChg>
      </pc:sldChg>
      <pc:sldChg chg="del">
        <pc:chgData name="시우 이" userId="8f402ae8670124a9" providerId="LiveId" clId="{3237BE41-F11F-463F-A319-C4FEBCB40171}" dt="2026-07-16T09:42:21.651" v="17" actId="2696"/>
        <pc:sldMkLst>
          <pc:docMk/>
          <pc:sldMk cId="1091879008" sldId="263"/>
        </pc:sldMkLst>
      </pc:sldChg>
      <pc:sldChg chg="del">
        <pc:chgData name="시우 이" userId="8f402ae8670124a9" providerId="LiveId" clId="{3237BE41-F11F-463F-A319-C4FEBCB40171}" dt="2026-07-16T09:42:27.195" v="18" actId="2696"/>
        <pc:sldMkLst>
          <pc:docMk/>
          <pc:sldMk cId="890138588" sldId="264"/>
        </pc:sldMkLst>
      </pc:sldChg>
      <pc:sldChg chg="del">
        <pc:chgData name="시우 이" userId="8f402ae8670124a9" providerId="LiveId" clId="{3237BE41-F11F-463F-A319-C4FEBCB40171}" dt="2026-07-16T09:42:30.772" v="19" actId="2696"/>
        <pc:sldMkLst>
          <pc:docMk/>
          <pc:sldMk cId="1126147437" sldId="265"/>
        </pc:sldMkLst>
      </pc:sldChg>
      <pc:sldChg chg="del">
        <pc:chgData name="시우 이" userId="8f402ae8670124a9" providerId="LiveId" clId="{3237BE41-F11F-463F-A319-C4FEBCB40171}" dt="2026-07-16T09:42:35.461" v="20" actId="2696"/>
        <pc:sldMkLst>
          <pc:docMk/>
          <pc:sldMk cId="1291633781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6ABCDA-70B6-4CD4-83E7-0567A50C6E0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1">
                <a:solidFill>
                  <a:srgbClr val="C9E76B"/>
                </a:solidFill>
              </a:defRPr>
            </a:pPr>
            <a:r>
              <a:rPr sz="825" b="1">
                <a:solidFill>
                  <a:srgbClr val="C9E76B"/>
                </a:solidFill>
              </a:rPr>
              <a:t>CAMPUSCART · AI AGENT CHALLENGE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B428B4-A52D-4DF4-9EC4-37315EA2204A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AABEB0"/>
                </a:solidFill>
              </a:defRPr>
            </a:pPr>
            <a:r>
              <a:rPr sz="825" b="1">
                <a:solidFill>
                  <a:srgbClr val="AABEB0"/>
                </a:solidFill>
              </a:rPr>
              <a:t>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3632CB-0537-425B-916B-D7630B02B25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C9E76B"/>
                </a:solidFill>
              </a:defRPr>
            </a:pPr>
            <a:r>
              <a:rPr sz="1050" b="1">
                <a:solidFill>
                  <a:srgbClr val="C9E76B"/>
                </a:solidFill>
              </a:rPr>
              <a:t>2주차 데모 발표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DA14AB-2B5C-4C84-B648-9A13FE473467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239000" cy="914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CampusCart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2918EE-F43F-4CA0-A738-9F4B3C6E1D42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7239000" cy="1123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캠퍼스 공동구매의 참여부터</a:t>
            </a:r>
          </a:p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공동 수령지 확정까지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2A5D3E-E6B1-41C9-B198-80FE74B6A82C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C9D8CE"/>
                </a:solidFill>
              </a:defRPr>
            </a:pPr>
            <a:r>
              <a:rPr sz="1425" b="0">
                <a:solidFill>
                  <a:srgbClr val="C9D8CE"/>
                </a:solidFill>
              </a:rPr>
              <a:t>필요한 만큼 함께 사고, 모두에게 가까운 곳에서 받는 서비스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892375F-D58B-4691-BB0F-549967F6124E}"/>
              </a:ext>
            </a:extLst>
          </p:cNvPr>
          <p:cNvSpPr>
            <a:spLocks noGrp="1"/>
          </p:cNvSpPr>
          <p:nvPr/>
        </p:nvSpPr>
        <p:spPr>
          <a:xfrm>
            <a:off x="8429625" y="1000125"/>
            <a:ext cx="2857500" cy="2857500"/>
          </a:xfrm>
          <a:prstGeom prst="ellipse">
            <a:avLst/>
          </a:prstGeom>
          <a:solidFill>
            <a:srgbClr val="31543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15BBDB6-7F65-4DC7-B47D-A303AA67136A}"/>
              </a:ext>
            </a:extLst>
          </p:cNvPr>
          <p:cNvSpPr>
            <a:spLocks noGrp="1"/>
          </p:cNvSpPr>
          <p:nvPr/>
        </p:nvSpPr>
        <p:spPr>
          <a:xfrm rot="-360000">
            <a:off x="8953500" y="1428750"/>
            <a:ext cx="1809750" cy="1809750"/>
          </a:xfrm>
          <a:prstGeom prst="roundRect">
            <a:avLst>
              <a:gd name="adj" fmla="val 12632"/>
            </a:avLst>
          </a:prstGeom>
          <a:solidFill>
            <a:srgbClr val="C9E76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FEA21E-67BA-4C93-A84B-8AB8E7F8CF14}"/>
              </a:ext>
            </a:extLst>
          </p:cNvPr>
          <p:cNvSpPr>
            <a:spLocks noGrp="1"/>
          </p:cNvSpPr>
          <p:nvPr/>
        </p:nvSpPr>
        <p:spPr>
          <a:xfrm>
            <a:off x="8953500" y="1409700"/>
            <a:ext cx="1809750" cy="1809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7875" b="1">
                <a:solidFill>
                  <a:srgbClr val="173B29"/>
                </a:solidFill>
              </a:defRPr>
            </a:pPr>
            <a:r>
              <a:rPr sz="7875" b="1">
                <a:solidFill>
                  <a:srgbClr val="173B29"/>
                </a:solidFill>
              </a:rPr>
              <a:t>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1AF540-B8FA-479D-98D5-DBC3050867F2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0">
                <a:solidFill>
                  <a:srgbClr val="AFC2B5"/>
                </a:solidFill>
              </a:defRPr>
            </a:pPr>
            <a:r>
              <a:rPr sz="1050" b="0">
                <a:solidFill>
                  <a:srgbClr val="AFC2B5"/>
                </a:solidFill>
              </a:rPr>
              <a:t>발표자 이시우  ·  2026.07.16</a:t>
            </a:r>
          </a:p>
        </p:txBody>
      </p:sp>
    </p:spTree>
    <p:extLst>
      <p:ext uri="{BB962C8B-B14F-4D97-AF65-F5344CB8AC3E}">
        <p14:creationId xmlns:p14="http://schemas.microsoft.com/office/powerpoint/2010/main" val="1669753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A1733102-7497-423A-8E71-B911684D435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1">
                <a:solidFill>
                  <a:srgbClr val="265C3B"/>
                </a:solidFill>
              </a:defRPr>
            </a:pPr>
            <a:r>
              <a:rPr sz="825" b="1">
                <a:solidFill>
                  <a:srgbClr val="265C3B"/>
                </a:solidFill>
              </a:rPr>
              <a:t>CAMPUSCART · AI AGENT CHALLENGE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B3301D-4E0C-4EC9-9839-D14F435A2AC6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8736B"/>
                </a:solidFill>
              </a:defRPr>
            </a:pPr>
            <a:r>
              <a:rPr sz="825" b="1">
                <a:solidFill>
                  <a:srgbClr val="68736B"/>
                </a:solidFill>
              </a:rPr>
              <a:t>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6A9CBB-3D61-4E6E-975C-B6C6F848E14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CORE CONCEPT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F88383-1FBE-443C-88D2-EBDDBC745800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7231C"/>
                </a:solidFill>
              </a:defRPr>
            </a:pPr>
            <a:r>
              <a:rPr sz="2850" b="1">
                <a:solidFill>
                  <a:srgbClr val="17231C"/>
                </a:solidFill>
              </a:rPr>
              <a:t>한 번의 참여가 최종 수령까지 이어집니다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4DD477-8450-40DD-B0CA-7D99632D4858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8736B"/>
                </a:solidFill>
              </a:defRPr>
            </a:pPr>
            <a:r>
              <a:rPr sz="1275" b="0">
                <a:solidFill>
                  <a:srgbClr val="68736B"/>
                </a:solidFill>
              </a:rPr>
              <a:t>화면에서 시작한 선택이 서버 상태와 다음 단계에 계속 반영됩니다.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39E787-2078-4951-9EF4-7BD792649215}"/>
              </a:ext>
            </a:extLst>
          </p:cNvPr>
          <p:cNvSpPr>
            <a:spLocks noGrp="1"/>
          </p:cNvSpPr>
          <p:nvPr/>
        </p:nvSpPr>
        <p:spPr>
          <a:xfrm>
            <a:off x="1990725" y="3238500"/>
            <a:ext cx="495300" cy="28575"/>
          </a:xfrm>
          <a:prstGeom prst="rect">
            <a:avLst/>
          </a:prstGeom>
          <a:solidFill>
            <a:srgbClr val="D8DE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4B04C5-3839-4FBA-B584-5A4904219361}"/>
              </a:ext>
            </a:extLst>
          </p:cNvPr>
          <p:cNvSpPr>
            <a:spLocks noGrp="1"/>
          </p:cNvSpPr>
          <p:nvPr/>
        </p:nvSpPr>
        <p:spPr>
          <a:xfrm>
            <a:off x="2019300" y="3009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68736B"/>
                </a:solidFill>
              </a:defRPr>
            </a:pPr>
            <a:r>
              <a:rPr sz="1725" b="1">
                <a:solidFill>
                  <a:srgbClr val="68736B"/>
                </a:solidFill>
              </a:rPr>
              <a:t>→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EA1481-E1B3-478A-BD41-BD84284A809B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390650" cy="1428750"/>
          </a:xfrm>
          <a:prstGeom prst="roundRect">
            <a:avLst>
              <a:gd name="adj" fmla="val 8219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52C86C-4373-4CEC-9DFD-902C5781E6FB}"/>
              </a:ext>
            </a:extLst>
          </p:cNvPr>
          <p:cNvSpPr>
            <a:spLocks noGrp="1"/>
          </p:cNvSpPr>
          <p:nvPr/>
        </p:nvSpPr>
        <p:spPr>
          <a:xfrm>
            <a:off x="781050" y="273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A79CB4-8D83-47DC-A68E-85BAF972A5C4}"/>
              </a:ext>
            </a:extLst>
          </p:cNvPr>
          <p:cNvSpPr>
            <a:spLocks noGrp="1"/>
          </p:cNvSpPr>
          <p:nvPr/>
        </p:nvSpPr>
        <p:spPr>
          <a:xfrm>
            <a:off x="762000" y="3162300"/>
            <a:ext cx="10858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17231C"/>
                </a:solidFill>
              </a:defRPr>
            </a:pPr>
            <a:r>
              <a:rPr sz="1500" b="1">
                <a:solidFill>
                  <a:srgbClr val="17231C"/>
                </a:solidFill>
              </a:rPr>
              <a:t>상세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D9C1C1-1F3C-4998-9F74-79BDFAE5C7DE}"/>
              </a:ext>
            </a:extLst>
          </p:cNvPr>
          <p:cNvSpPr>
            <a:spLocks noGrp="1"/>
          </p:cNvSpPr>
          <p:nvPr/>
        </p:nvSpPr>
        <p:spPr>
          <a:xfrm>
            <a:off x="3800475" y="3238500"/>
            <a:ext cx="495300" cy="28575"/>
          </a:xfrm>
          <a:prstGeom prst="rect">
            <a:avLst/>
          </a:prstGeom>
          <a:solidFill>
            <a:srgbClr val="D8DE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84BCD34-526A-486A-8F47-D60264BC509E}"/>
              </a:ext>
            </a:extLst>
          </p:cNvPr>
          <p:cNvSpPr>
            <a:spLocks noGrp="1"/>
          </p:cNvSpPr>
          <p:nvPr/>
        </p:nvSpPr>
        <p:spPr>
          <a:xfrm>
            <a:off x="3829050" y="3009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68736B"/>
                </a:solidFill>
              </a:defRPr>
            </a:pPr>
            <a:r>
              <a:rPr sz="1725" b="1">
                <a:solidFill>
                  <a:srgbClr val="68736B"/>
                </a:solidFill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9692BBB-46B2-4196-806E-11411C6CF40C}"/>
              </a:ext>
            </a:extLst>
          </p:cNvPr>
          <p:cNvSpPr>
            <a:spLocks noGrp="1"/>
          </p:cNvSpPr>
          <p:nvPr/>
        </p:nvSpPr>
        <p:spPr>
          <a:xfrm>
            <a:off x="2419350" y="2571750"/>
            <a:ext cx="1390650" cy="1428750"/>
          </a:xfrm>
          <a:prstGeom prst="roundRect">
            <a:avLst>
              <a:gd name="adj" fmla="val 8219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756EAB-46BE-450D-B50D-E6D303049D1F}"/>
              </a:ext>
            </a:extLst>
          </p:cNvPr>
          <p:cNvSpPr>
            <a:spLocks noGrp="1"/>
          </p:cNvSpPr>
          <p:nvPr/>
        </p:nvSpPr>
        <p:spPr>
          <a:xfrm>
            <a:off x="2590800" y="273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B9F078-60FF-41AB-8BFA-C23188D04ADD}"/>
              </a:ext>
            </a:extLst>
          </p:cNvPr>
          <p:cNvSpPr>
            <a:spLocks noGrp="1"/>
          </p:cNvSpPr>
          <p:nvPr/>
        </p:nvSpPr>
        <p:spPr>
          <a:xfrm>
            <a:off x="2571750" y="3162300"/>
            <a:ext cx="10858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17231C"/>
                </a:solidFill>
              </a:defRPr>
            </a:pPr>
            <a:r>
              <a:rPr sz="1500" b="1">
                <a:solidFill>
                  <a:srgbClr val="17231C"/>
                </a:solidFill>
              </a:rPr>
              <a:t>수량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25667C-F669-42F5-8F0F-095024949B8A}"/>
              </a:ext>
            </a:extLst>
          </p:cNvPr>
          <p:cNvSpPr>
            <a:spLocks noGrp="1"/>
          </p:cNvSpPr>
          <p:nvPr/>
        </p:nvSpPr>
        <p:spPr>
          <a:xfrm>
            <a:off x="5610225" y="3238500"/>
            <a:ext cx="495300" cy="28575"/>
          </a:xfrm>
          <a:prstGeom prst="rect">
            <a:avLst/>
          </a:prstGeom>
          <a:solidFill>
            <a:srgbClr val="D8DE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4C9333-27B9-4FA0-99D4-9A230D22B2B0}"/>
              </a:ext>
            </a:extLst>
          </p:cNvPr>
          <p:cNvSpPr>
            <a:spLocks noGrp="1"/>
          </p:cNvSpPr>
          <p:nvPr/>
        </p:nvSpPr>
        <p:spPr>
          <a:xfrm>
            <a:off x="5638800" y="3009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68736B"/>
                </a:solidFill>
              </a:defRPr>
            </a:pPr>
            <a:r>
              <a:rPr sz="1725" b="1">
                <a:solidFill>
                  <a:srgbClr val="68736B"/>
                </a:solidFill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515CBFC-D623-459A-9D5C-834187C15613}"/>
              </a:ext>
            </a:extLst>
          </p:cNvPr>
          <p:cNvSpPr>
            <a:spLocks noGrp="1"/>
          </p:cNvSpPr>
          <p:nvPr/>
        </p:nvSpPr>
        <p:spPr>
          <a:xfrm>
            <a:off x="4229100" y="2571750"/>
            <a:ext cx="1390650" cy="1428750"/>
          </a:xfrm>
          <a:prstGeom prst="roundRect">
            <a:avLst>
              <a:gd name="adj" fmla="val 8219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6E64E5-71EC-4380-878E-86BF16EDAC4E}"/>
              </a:ext>
            </a:extLst>
          </p:cNvPr>
          <p:cNvSpPr>
            <a:spLocks noGrp="1"/>
          </p:cNvSpPr>
          <p:nvPr/>
        </p:nvSpPr>
        <p:spPr>
          <a:xfrm>
            <a:off x="4400550" y="273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ACE22B-6662-4D55-A780-479D2A17488B}"/>
              </a:ext>
            </a:extLst>
          </p:cNvPr>
          <p:cNvSpPr>
            <a:spLocks noGrp="1"/>
          </p:cNvSpPr>
          <p:nvPr/>
        </p:nvSpPr>
        <p:spPr>
          <a:xfrm>
            <a:off x="4381500" y="3162300"/>
            <a:ext cx="10858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17231C"/>
                </a:solidFill>
              </a:defRPr>
            </a:pPr>
            <a:r>
              <a:rPr sz="1500" b="1">
                <a:solidFill>
                  <a:srgbClr val="17231C"/>
                </a:solidFill>
              </a:rPr>
              <a:t>금액 계산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474E56-C922-4012-92B1-17F89D81DDDA}"/>
              </a:ext>
            </a:extLst>
          </p:cNvPr>
          <p:cNvSpPr>
            <a:spLocks noGrp="1"/>
          </p:cNvSpPr>
          <p:nvPr/>
        </p:nvSpPr>
        <p:spPr>
          <a:xfrm>
            <a:off x="7419975" y="3238500"/>
            <a:ext cx="495300" cy="28575"/>
          </a:xfrm>
          <a:prstGeom prst="rect">
            <a:avLst/>
          </a:prstGeom>
          <a:solidFill>
            <a:srgbClr val="D8DE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58F21F-5218-4507-BA76-6DB948755A19}"/>
              </a:ext>
            </a:extLst>
          </p:cNvPr>
          <p:cNvSpPr>
            <a:spLocks noGrp="1"/>
          </p:cNvSpPr>
          <p:nvPr/>
        </p:nvSpPr>
        <p:spPr>
          <a:xfrm>
            <a:off x="7448550" y="3009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68736B"/>
                </a:solidFill>
              </a:defRPr>
            </a:pPr>
            <a:r>
              <a:rPr sz="1725" b="1">
                <a:solidFill>
                  <a:srgbClr val="68736B"/>
                </a:solidFill>
              </a:rPr>
              <a:t>→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51ED6E9-F8DD-44E2-8716-28A300B1A793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1390650" cy="1428750"/>
          </a:xfrm>
          <a:prstGeom prst="roundRect">
            <a:avLst>
              <a:gd name="adj" fmla="val 8219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C49E16E-03F0-4C35-8334-6421D090D2C1}"/>
              </a:ext>
            </a:extLst>
          </p:cNvPr>
          <p:cNvSpPr>
            <a:spLocks noGrp="1"/>
          </p:cNvSpPr>
          <p:nvPr/>
        </p:nvSpPr>
        <p:spPr>
          <a:xfrm>
            <a:off x="6210300" y="273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38D3BE-CC05-4991-BD5B-5F04D5C8A6FF}"/>
              </a:ext>
            </a:extLst>
          </p:cNvPr>
          <p:cNvSpPr>
            <a:spLocks noGrp="1"/>
          </p:cNvSpPr>
          <p:nvPr/>
        </p:nvSpPr>
        <p:spPr>
          <a:xfrm>
            <a:off x="6124575" y="3162300"/>
            <a:ext cx="126682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17231C"/>
                </a:solidFill>
              </a:defRPr>
            </a:pPr>
            <a:r>
              <a:rPr sz="1500" b="1" dirty="0" err="1">
                <a:solidFill>
                  <a:srgbClr val="17231C"/>
                </a:solidFill>
              </a:rPr>
              <a:t>출발지</a:t>
            </a:r>
            <a:r>
              <a:rPr sz="1500" b="1" dirty="0">
                <a:solidFill>
                  <a:srgbClr val="17231C"/>
                </a:solidFill>
              </a:rPr>
              <a:t> </a:t>
            </a:r>
            <a:r>
              <a:rPr sz="1500" b="1" dirty="0" err="1">
                <a:solidFill>
                  <a:srgbClr val="17231C"/>
                </a:solidFill>
              </a:rPr>
              <a:t>제출</a:t>
            </a:r>
            <a:endParaRPr sz="1500" b="1" dirty="0">
              <a:solidFill>
                <a:srgbClr val="17231C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98E009-E3C6-4B3F-B729-5BCF2A255BC6}"/>
              </a:ext>
            </a:extLst>
          </p:cNvPr>
          <p:cNvSpPr>
            <a:spLocks noGrp="1"/>
          </p:cNvSpPr>
          <p:nvPr/>
        </p:nvSpPr>
        <p:spPr>
          <a:xfrm>
            <a:off x="9229725" y="3238500"/>
            <a:ext cx="495300" cy="28575"/>
          </a:xfrm>
          <a:prstGeom prst="rect">
            <a:avLst/>
          </a:prstGeom>
          <a:solidFill>
            <a:srgbClr val="D8DED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206F90-5F33-4BB9-B479-C6FF5FC33A20}"/>
              </a:ext>
            </a:extLst>
          </p:cNvPr>
          <p:cNvSpPr>
            <a:spLocks noGrp="1"/>
          </p:cNvSpPr>
          <p:nvPr/>
        </p:nvSpPr>
        <p:spPr>
          <a:xfrm>
            <a:off x="9258300" y="3009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68736B"/>
                </a:solidFill>
              </a:defRPr>
            </a:pPr>
            <a:r>
              <a:rPr sz="1725" b="1">
                <a:solidFill>
                  <a:srgbClr val="68736B"/>
                </a:solidFill>
              </a:rPr>
              <a:t>→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F0C58F0-0DF9-4E4C-B92F-4E671BD37F39}"/>
              </a:ext>
            </a:extLst>
          </p:cNvPr>
          <p:cNvSpPr>
            <a:spLocks noGrp="1"/>
          </p:cNvSpPr>
          <p:nvPr/>
        </p:nvSpPr>
        <p:spPr>
          <a:xfrm>
            <a:off x="7848600" y="2571750"/>
            <a:ext cx="1390650" cy="1428750"/>
          </a:xfrm>
          <a:prstGeom prst="roundRect">
            <a:avLst>
              <a:gd name="adj" fmla="val 8219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B2634D-7065-4C81-8846-FF8DB81F79E4}"/>
              </a:ext>
            </a:extLst>
          </p:cNvPr>
          <p:cNvSpPr>
            <a:spLocks noGrp="1"/>
          </p:cNvSpPr>
          <p:nvPr/>
        </p:nvSpPr>
        <p:spPr>
          <a:xfrm>
            <a:off x="8020050" y="273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05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24D47B-B12A-46A2-9B1B-A50B56BBE167}"/>
              </a:ext>
            </a:extLst>
          </p:cNvPr>
          <p:cNvSpPr>
            <a:spLocks noGrp="1"/>
          </p:cNvSpPr>
          <p:nvPr/>
        </p:nvSpPr>
        <p:spPr>
          <a:xfrm>
            <a:off x="8001000" y="3162300"/>
            <a:ext cx="10858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17231C"/>
                </a:solidFill>
              </a:defRPr>
            </a:pPr>
            <a:r>
              <a:rPr sz="1500" b="1">
                <a:solidFill>
                  <a:srgbClr val="17231C"/>
                </a:solidFill>
              </a:rPr>
              <a:t>장소 투표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5D5B0F-0B53-4FA7-9924-16A48761CE07}"/>
              </a:ext>
            </a:extLst>
          </p:cNvPr>
          <p:cNvSpPr>
            <a:spLocks noGrp="1"/>
          </p:cNvSpPr>
          <p:nvPr/>
        </p:nvSpPr>
        <p:spPr>
          <a:xfrm>
            <a:off x="9658350" y="2571750"/>
            <a:ext cx="1390650" cy="1428750"/>
          </a:xfrm>
          <a:prstGeom prst="roundRect">
            <a:avLst>
              <a:gd name="adj" fmla="val 8219"/>
            </a:avLst>
          </a:prstGeom>
          <a:solidFill>
            <a:srgbClr val="173B29"/>
          </a:solidFill>
          <a:ln w="9525">
            <a:solidFill>
              <a:srgbClr val="173B2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BB49230-6536-4A22-A7DB-C2008A13C872}"/>
              </a:ext>
            </a:extLst>
          </p:cNvPr>
          <p:cNvSpPr>
            <a:spLocks noGrp="1"/>
          </p:cNvSpPr>
          <p:nvPr/>
        </p:nvSpPr>
        <p:spPr>
          <a:xfrm>
            <a:off x="9829800" y="273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C9E76B"/>
                </a:solidFill>
              </a:defRPr>
            </a:pPr>
            <a:r>
              <a:rPr sz="900" b="1">
                <a:solidFill>
                  <a:srgbClr val="C9E76B"/>
                </a:solidFill>
              </a:rPr>
              <a:t>06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E768DA-6C6C-402F-81EE-DEDFF6A3265F}"/>
              </a:ext>
            </a:extLst>
          </p:cNvPr>
          <p:cNvSpPr>
            <a:spLocks noGrp="1"/>
          </p:cNvSpPr>
          <p:nvPr/>
        </p:nvSpPr>
        <p:spPr>
          <a:xfrm>
            <a:off x="9810750" y="3162300"/>
            <a:ext cx="10858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수령지 확정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09BE34-B975-4117-BB56-08AA539CF4E0}"/>
              </a:ext>
            </a:extLst>
          </p:cNvPr>
          <p:cNvSpPr>
            <a:spLocks noGrp="1"/>
          </p:cNvSpPr>
          <p:nvPr/>
        </p:nvSpPr>
        <p:spPr>
          <a:xfrm>
            <a:off x="1428750" y="4619625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173B29"/>
                </a:solidFill>
              </a:defRPr>
            </a:pPr>
            <a:r>
              <a:rPr sz="1575" b="1">
                <a:solidFill>
                  <a:srgbClr val="173B29"/>
                </a:solidFill>
              </a:rPr>
              <a:t>참여자 위치가 바뀌면 후보가 다시 계산되고, 모집 완료 후 참여자만 한 표를 행사합니다.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A849B67-5B56-4054-9B0D-94950B5FF8ED}"/>
              </a:ext>
            </a:extLst>
          </p:cNvPr>
          <p:cNvSpPr>
            <a:spLocks noGrp="1"/>
          </p:cNvSpPr>
          <p:nvPr/>
        </p:nvSpPr>
        <p:spPr>
          <a:xfrm>
            <a:off x="2476500" y="50958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00" b="0">
                <a:solidFill>
                  <a:srgbClr val="68736B"/>
                </a:solidFill>
              </a:defRPr>
            </a:pPr>
            <a:r>
              <a:rPr sz="1200" b="0">
                <a:solidFill>
                  <a:srgbClr val="68736B"/>
                </a:solidFill>
              </a:rPr>
              <a:t>최종 장소 확정 전에는 결제 단계로 넘어갈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56576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94D04A-BF2E-4D83-916E-388AF1129A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1">
                <a:solidFill>
                  <a:srgbClr val="265C3B"/>
                </a:solidFill>
              </a:defRPr>
            </a:pPr>
            <a:r>
              <a:rPr sz="825" b="1">
                <a:solidFill>
                  <a:srgbClr val="265C3B"/>
                </a:solidFill>
              </a:rPr>
              <a:t>CAMPUSCART · AI AGENT CHALLENGE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CE4CB8-088E-4412-97A3-A8D8187AFED9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8736B"/>
                </a:solidFill>
              </a:defRPr>
            </a:pPr>
            <a:r>
              <a:rPr sz="825" b="1">
                <a:solidFill>
                  <a:srgbClr val="68736B"/>
                </a:solidFill>
              </a:rPr>
              <a:t>05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3FE504-43F9-4AA3-83FD-C0292F59332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DEMO 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ADF092-12BE-4F85-ABDC-9B9E6ED4D85C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7231C"/>
                </a:solidFill>
              </a:defRPr>
            </a:pPr>
            <a:r>
              <a:rPr sz="2850" b="1">
                <a:solidFill>
                  <a:srgbClr val="17231C"/>
                </a:solidFill>
              </a:rPr>
              <a:t>홈에서 모집을 찾고 상세로 들어갑니다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B4CD26-687C-4C82-AB25-FBAA8BD9D720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8736B"/>
                </a:solidFill>
              </a:defRPr>
            </a:pPr>
            <a:r>
              <a:rPr sz="1275" b="0">
                <a:solidFill>
                  <a:srgbClr val="68736B"/>
                </a:solidFill>
              </a:rPr>
              <a:t>검색·정렬·찜·내 활동을 거쳐 핵심 참여 화면으로 연결됩니다.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7EA793-02C4-456F-B091-40E81394ED4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86375" cy="3333750"/>
          </a:xfrm>
          <a:prstGeom prst="roundRect">
            <a:avLst>
              <a:gd name="adj" fmla="val 3429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1D74701-E494-49A0-B485-FA7B77A0312F}"/>
              </a:ext>
            </a:extLst>
          </p:cNvPr>
          <p:cNvSpPr>
            <a:spLocks noGrp="1"/>
          </p:cNvSpPr>
          <p:nvPr/>
        </p:nvSpPr>
        <p:spPr>
          <a:xfrm>
            <a:off x="6296025" y="2095500"/>
            <a:ext cx="5286375" cy="3333750"/>
          </a:xfrm>
          <a:prstGeom prst="roundRect">
            <a:avLst>
              <a:gd name="adj" fmla="val 3429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rcRect t="104" b="104"/>
          <a:stretch>
            <a:fillRect/>
          </a:stretch>
        </p:blipFill>
        <p:spPr>
          <a:xfrm>
            <a:off x="742950" y="2228850"/>
            <a:ext cx="5019675" cy="2819400"/>
          </a:xfrm>
          <a:prstGeom prst="roundRect">
            <a:avLst>
              <a:gd name="adj" fmla="val 4054"/>
            </a:avLst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rcRect t="104" b="104"/>
          <a:stretch>
            <a:fillRect/>
          </a:stretch>
        </p:blipFill>
        <p:spPr>
          <a:xfrm>
            <a:off x="6429375" y="2228850"/>
            <a:ext cx="5019675" cy="2819400"/>
          </a:xfrm>
          <a:prstGeom prst="roundRect">
            <a:avLst>
              <a:gd name="adj" fmla="val 4054"/>
            </a:avLst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C7CA36-DA59-4366-9A2D-F399D91B5AD5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1">
                <a:solidFill>
                  <a:srgbClr val="265C3B"/>
                </a:solidFill>
              </a:defRPr>
            </a:pPr>
            <a:r>
              <a:rPr sz="1275" b="1">
                <a:solidFill>
                  <a:srgbClr val="265C3B"/>
                </a:solidFill>
              </a:rPr>
              <a:t>① 서비스 진입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FC1252-8238-4B4A-8A2F-704BE8D4E402}"/>
              </a:ext>
            </a:extLst>
          </p:cNvPr>
          <p:cNvSpPr>
            <a:spLocks noGrp="1"/>
          </p:cNvSpPr>
          <p:nvPr/>
        </p:nvSpPr>
        <p:spPr>
          <a:xfrm>
            <a:off x="6429375" y="51625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1">
                <a:solidFill>
                  <a:srgbClr val="265C3B"/>
                </a:solidFill>
              </a:defRPr>
            </a:pPr>
            <a:r>
              <a:rPr sz="1275" b="1">
                <a:solidFill>
                  <a:srgbClr val="265C3B"/>
                </a:solidFill>
              </a:rPr>
              <a:t>② 모집 탐색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FCBC08-81F6-4938-BF76-9110AC22F37E}"/>
              </a:ext>
            </a:extLst>
          </p:cNvPr>
          <p:cNvSpPr>
            <a:spLocks noGrp="1"/>
          </p:cNvSpPr>
          <p:nvPr/>
        </p:nvSpPr>
        <p:spPr>
          <a:xfrm>
            <a:off x="742950" y="5534025"/>
            <a:ext cx="5019675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68736B"/>
                </a:solidFill>
              </a:defRPr>
            </a:pPr>
            <a:r>
              <a:rPr sz="1125" b="0">
                <a:solidFill>
                  <a:srgbClr val="68736B"/>
                </a:solidFill>
              </a:rPr>
              <a:t>인기 모집과 카테고리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C4E961-686A-47C3-A828-121FC2F1FFE5}"/>
              </a:ext>
            </a:extLst>
          </p:cNvPr>
          <p:cNvSpPr>
            <a:spLocks noGrp="1"/>
          </p:cNvSpPr>
          <p:nvPr/>
        </p:nvSpPr>
        <p:spPr>
          <a:xfrm>
            <a:off x="6429375" y="5534025"/>
            <a:ext cx="5019675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68736B"/>
                </a:solidFill>
              </a:defRPr>
            </a:pPr>
            <a:r>
              <a:rPr sz="1125" b="0">
                <a:solidFill>
                  <a:srgbClr val="68736B"/>
                </a:solidFill>
              </a:rPr>
              <a:t>다른 사람 모집은 상세·장소 찾기만 가능</a:t>
            </a:r>
          </a:p>
        </p:txBody>
      </p:sp>
    </p:spTree>
    <p:extLst>
      <p:ext uri="{BB962C8B-B14F-4D97-AF65-F5344CB8AC3E}">
        <p14:creationId xmlns:p14="http://schemas.microsoft.com/office/powerpoint/2010/main" val="1925691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6666C0-A2D9-4EAE-812D-A76CA66D16B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1">
                <a:solidFill>
                  <a:srgbClr val="265C3B"/>
                </a:solidFill>
              </a:defRPr>
            </a:pPr>
            <a:r>
              <a:rPr sz="825" b="1">
                <a:solidFill>
                  <a:srgbClr val="265C3B"/>
                </a:solidFill>
              </a:rPr>
              <a:t>CAMPUSCART · AI AGENT CHALLENGE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328668-3619-4CC9-8601-63525C6ADE4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8736B"/>
                </a:solidFill>
              </a:defRPr>
            </a:pPr>
            <a:r>
              <a:rPr sz="825" b="1">
                <a:solidFill>
                  <a:srgbClr val="68736B"/>
                </a:solidFill>
              </a:rPr>
              <a:t>06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234263-8FA5-4AD3-A5D2-91EDC0AF495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DEMO 02 · CORE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6CCBCD-82A1-4876-8674-0770C7942038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7231C"/>
                </a:solidFill>
              </a:defRPr>
            </a:pPr>
            <a:r>
              <a:rPr sz="2850" b="1">
                <a:solidFill>
                  <a:srgbClr val="17231C"/>
                </a:solidFill>
              </a:rPr>
              <a:t>수량을 고르면 결제 예정 금액이 즉시 계산됩니다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719997-E918-4995-B741-707B1D65DA63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8736B"/>
                </a:solidFill>
              </a:defRPr>
            </a:pPr>
            <a:r>
              <a:rPr sz="1275" b="0">
                <a:solidFill>
                  <a:srgbClr val="68736B"/>
                </a:solidFill>
              </a:rPr>
              <a:t>참여 시 수량과 출발 위치가 함께 저장되고, 동일 사용자의 중복 참여는 차단됩니다.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rcRect t="323" b="323"/>
          <a:stretch>
            <a:fillRect/>
          </a:stretch>
        </p:blipFill>
        <p:spPr>
          <a:xfrm>
            <a:off x="609600" y="2047875"/>
            <a:ext cx="7239000" cy="4048125"/>
          </a:xfrm>
          <a:prstGeom prst="roundRect">
            <a:avLst>
              <a:gd name="adj" fmla="val 2824"/>
            </a:avLst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8B6710E-2C96-4FE0-9A49-2A7C1AC62700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238500" cy="876300"/>
          </a:xfrm>
          <a:prstGeom prst="roundRect">
            <a:avLst>
              <a:gd name="adj" fmla="val 13043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7520A5-EDD6-4462-B398-865856FF10D6}"/>
              </a:ext>
            </a:extLst>
          </p:cNvPr>
          <p:cNvSpPr>
            <a:spLocks noGrp="1"/>
          </p:cNvSpPr>
          <p:nvPr/>
        </p:nvSpPr>
        <p:spPr>
          <a:xfrm>
            <a:off x="8420100" y="23526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17231C"/>
                </a:solidFill>
              </a:defRPr>
            </a:pPr>
            <a:r>
              <a:rPr sz="1500" b="1">
                <a:solidFill>
                  <a:srgbClr val="17231C"/>
                </a:solidFill>
              </a:rPr>
              <a:t>1,450원 × 수량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D0E902-6695-433D-B367-4FDF20D8CE95}"/>
              </a:ext>
            </a:extLst>
          </p:cNvPr>
          <p:cNvSpPr>
            <a:spLocks noGrp="1"/>
          </p:cNvSpPr>
          <p:nvPr/>
        </p:nvSpPr>
        <p:spPr>
          <a:xfrm>
            <a:off x="8420100" y="2695575"/>
            <a:ext cx="2762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0">
                <a:solidFill>
                  <a:srgbClr val="68736B"/>
                </a:solidFill>
              </a:defRPr>
            </a:pPr>
            <a:r>
              <a:rPr sz="1050" b="0">
                <a:solidFill>
                  <a:srgbClr val="68736B"/>
                </a:solidFill>
              </a:rPr>
              <a:t>상품 금액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234609-9980-4E43-B1F8-3E6EE5371174}"/>
              </a:ext>
            </a:extLst>
          </p:cNvPr>
          <p:cNvSpPr>
            <a:spLocks noGrp="1"/>
          </p:cNvSpPr>
          <p:nvPr/>
        </p:nvSpPr>
        <p:spPr>
          <a:xfrm>
            <a:off x="8191500" y="3343275"/>
            <a:ext cx="3238500" cy="876300"/>
          </a:xfrm>
          <a:prstGeom prst="roundRect">
            <a:avLst>
              <a:gd name="adj" fmla="val 13043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54B952-A5A3-43F6-B69B-3EF5C2418A4E}"/>
              </a:ext>
            </a:extLst>
          </p:cNvPr>
          <p:cNvSpPr>
            <a:spLocks noGrp="1"/>
          </p:cNvSpPr>
          <p:nvPr/>
        </p:nvSpPr>
        <p:spPr>
          <a:xfrm>
            <a:off x="8420100" y="34575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17231C"/>
                </a:solidFill>
              </a:defRPr>
            </a:pPr>
            <a:r>
              <a:rPr sz="1500" b="1">
                <a:solidFill>
                  <a:srgbClr val="17231C"/>
                </a:solidFill>
              </a:rPr>
              <a:t>배송비 ÷ 목표 인원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746C3A-52D8-40B5-8A2D-0BAB262A0079}"/>
              </a:ext>
            </a:extLst>
          </p:cNvPr>
          <p:cNvSpPr>
            <a:spLocks noGrp="1"/>
          </p:cNvSpPr>
          <p:nvPr/>
        </p:nvSpPr>
        <p:spPr>
          <a:xfrm>
            <a:off x="8420100" y="3800475"/>
            <a:ext cx="2762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0">
                <a:solidFill>
                  <a:srgbClr val="68736B"/>
                </a:solidFill>
              </a:defRPr>
            </a:pPr>
            <a:r>
              <a:rPr sz="1050" b="0">
                <a:solidFill>
                  <a:srgbClr val="68736B"/>
                </a:solidFill>
              </a:rPr>
              <a:t>분담 금액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E492D20-66E8-440B-A385-B69972B372E7}"/>
              </a:ext>
            </a:extLst>
          </p:cNvPr>
          <p:cNvSpPr>
            <a:spLocks noGrp="1"/>
          </p:cNvSpPr>
          <p:nvPr/>
        </p:nvSpPr>
        <p:spPr>
          <a:xfrm>
            <a:off x="8191500" y="4448175"/>
            <a:ext cx="3238500" cy="876300"/>
          </a:xfrm>
          <a:prstGeom prst="roundRect">
            <a:avLst>
              <a:gd name="adj" fmla="val 13043"/>
            </a:avLst>
          </a:prstGeom>
          <a:solidFill>
            <a:srgbClr val="173B29"/>
          </a:solidFill>
          <a:ln w="9525">
            <a:solidFill>
              <a:srgbClr val="173B2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A8DD51-F25A-410A-A694-61DA3E43A4BF}"/>
              </a:ext>
            </a:extLst>
          </p:cNvPr>
          <p:cNvSpPr>
            <a:spLocks noGrp="1"/>
          </p:cNvSpPr>
          <p:nvPr/>
        </p:nvSpPr>
        <p:spPr>
          <a:xfrm>
            <a:off x="8420100" y="45624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C9E76B"/>
                </a:solidFill>
              </a:defRPr>
            </a:pPr>
            <a:r>
              <a:rPr sz="1500" b="1">
                <a:solidFill>
                  <a:srgbClr val="C9E76B"/>
                </a:solidFill>
              </a:rPr>
              <a:t>POST /join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21DF9E4-F4DF-45B1-8D19-63039F51E1FF}"/>
              </a:ext>
            </a:extLst>
          </p:cNvPr>
          <p:cNvSpPr>
            <a:spLocks noGrp="1"/>
          </p:cNvSpPr>
          <p:nvPr/>
        </p:nvSpPr>
        <p:spPr>
          <a:xfrm>
            <a:off x="8420100" y="4905375"/>
            <a:ext cx="2762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수량 + 출발 위치 저장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C1D5D3-22CB-4147-B089-6EB949CC62A3}"/>
              </a:ext>
            </a:extLst>
          </p:cNvPr>
          <p:cNvSpPr>
            <a:spLocks noGrp="1"/>
          </p:cNvSpPr>
          <p:nvPr/>
        </p:nvSpPr>
        <p:spPr>
          <a:xfrm>
            <a:off x="8191500" y="5638800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265C3B"/>
                </a:solidFill>
              </a:defRPr>
            </a:pPr>
            <a:r>
              <a:rPr sz="1200" b="1">
                <a:solidFill>
                  <a:srgbClr val="265C3B"/>
                </a:solidFill>
              </a:rPr>
              <a:t>예시: 1개 참여 시 1,450원 + 배송비 375원 = 1,825원</a:t>
            </a:r>
          </a:p>
        </p:txBody>
      </p:sp>
    </p:spTree>
    <p:extLst>
      <p:ext uri="{BB962C8B-B14F-4D97-AF65-F5344CB8AC3E}">
        <p14:creationId xmlns:p14="http://schemas.microsoft.com/office/powerpoint/2010/main" val="1809402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B15E82-52C6-41D0-BF91-01CAA85A7E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1">
                <a:solidFill>
                  <a:srgbClr val="265C3B"/>
                </a:solidFill>
              </a:defRPr>
            </a:pPr>
            <a:r>
              <a:rPr sz="825" b="1">
                <a:solidFill>
                  <a:srgbClr val="265C3B"/>
                </a:solidFill>
              </a:rPr>
              <a:t>CAMPUSCART · AI AGENT CHALLENGE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2E2F60-9993-4E89-8C49-6BA4267B2A9B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8736B"/>
                </a:solidFill>
              </a:defRPr>
            </a:pPr>
            <a:r>
              <a:rPr sz="825" b="1">
                <a:solidFill>
                  <a:srgbClr val="68736B"/>
                </a:solidFill>
              </a:rPr>
              <a:t>07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4DABA7-C5A3-4920-AFC6-94A27E30F06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265C3B"/>
                </a:solidFill>
              </a:defRPr>
            </a:pPr>
            <a:r>
              <a:rPr sz="900" b="1">
                <a:solidFill>
                  <a:srgbClr val="265C3B"/>
                </a:solidFill>
              </a:rPr>
              <a:t>PICKUP ALGORITHM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10207B-5C75-43B8-9B08-74A757D6E728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7231C"/>
                </a:solidFill>
              </a:defRPr>
            </a:pPr>
            <a:r>
              <a:rPr sz="2850" b="1" dirty="0" err="1">
                <a:solidFill>
                  <a:srgbClr val="17231C"/>
                </a:solidFill>
              </a:rPr>
              <a:t>참여자</a:t>
            </a:r>
            <a:r>
              <a:rPr sz="2850" b="1" dirty="0">
                <a:solidFill>
                  <a:srgbClr val="17231C"/>
                </a:solidFill>
              </a:rPr>
              <a:t> </a:t>
            </a:r>
            <a:r>
              <a:rPr sz="2850" b="1" dirty="0" err="1">
                <a:solidFill>
                  <a:srgbClr val="17231C"/>
                </a:solidFill>
              </a:rPr>
              <a:t>위치로</a:t>
            </a:r>
            <a:r>
              <a:rPr sz="2850" b="1" dirty="0">
                <a:solidFill>
                  <a:srgbClr val="17231C"/>
                </a:solidFill>
              </a:rPr>
              <a:t> </a:t>
            </a:r>
            <a:r>
              <a:rPr sz="2850" b="1" dirty="0" err="1">
                <a:solidFill>
                  <a:srgbClr val="17231C"/>
                </a:solidFill>
              </a:rPr>
              <a:t>후보를</a:t>
            </a:r>
            <a:r>
              <a:rPr sz="2850" b="1" dirty="0">
                <a:solidFill>
                  <a:srgbClr val="17231C"/>
                </a:solidFill>
              </a:rPr>
              <a:t> </a:t>
            </a:r>
            <a:r>
              <a:rPr sz="2850" b="1" dirty="0" err="1">
                <a:solidFill>
                  <a:srgbClr val="17231C"/>
                </a:solidFill>
              </a:rPr>
              <a:t>다시</a:t>
            </a:r>
            <a:r>
              <a:rPr sz="2850" b="1" dirty="0">
                <a:solidFill>
                  <a:srgbClr val="17231C"/>
                </a:solidFill>
              </a:rPr>
              <a:t> </a:t>
            </a:r>
            <a:r>
              <a:rPr sz="2850" b="1" dirty="0" err="1">
                <a:solidFill>
                  <a:srgbClr val="17231C"/>
                </a:solidFill>
              </a:rPr>
              <a:t>계산합니다</a:t>
            </a:r>
            <a:endParaRPr sz="2850" b="1" dirty="0">
              <a:solidFill>
                <a:srgbClr val="17231C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4717C1-DCCB-4088-9625-1CBFE660F540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8736B"/>
                </a:solidFill>
              </a:defRPr>
            </a:pPr>
            <a:r>
              <a:rPr sz="1275" b="0">
                <a:solidFill>
                  <a:srgbClr val="68736B"/>
                </a:solidFill>
              </a:rPr>
              <a:t>각 후보까지의 평균 이동 거리가 짧은 순서로 공동 수령지를 추천합니다.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3A6EDB-E29E-4197-8ECE-971FC054472F}"/>
              </a:ext>
            </a:extLst>
          </p:cNvPr>
          <p:cNvSpPr>
            <a:spLocks noGrp="1"/>
          </p:cNvSpPr>
          <p:nvPr/>
        </p:nvSpPr>
        <p:spPr>
          <a:xfrm rot="-60000">
            <a:off x="609600" y="2143125"/>
            <a:ext cx="3905250" cy="1123950"/>
          </a:xfrm>
          <a:prstGeom prst="roundRect">
            <a:avLst>
              <a:gd name="adj" fmla="val 10169"/>
            </a:avLst>
          </a:prstGeom>
          <a:solidFill>
            <a:srgbClr val="173B2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21D01-DEF8-497D-8B0A-4D3C77BE1F1F}"/>
              </a:ext>
            </a:extLst>
          </p:cNvPr>
          <p:cNvSpPr>
            <a:spLocks noGrp="1"/>
          </p:cNvSpPr>
          <p:nvPr/>
        </p:nvSpPr>
        <p:spPr>
          <a:xfrm>
            <a:off x="838200" y="2295525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C9E76B"/>
                </a:solidFill>
              </a:defRPr>
            </a:pPr>
            <a:r>
              <a:rPr sz="1125" b="1">
                <a:solidFill>
                  <a:srgbClr val="C9E76B"/>
                </a:solidFill>
              </a:rPr>
              <a:t>평균 이동 점수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031C2F-3DC8-4E30-B76D-BCC3CE8DBD7F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Σ 참여자별 거리 ÷ 참여자 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4710610-1A96-4D2C-9260-A34C14773E6C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390525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5DE0DD-AF46-4389-BD28-9E3C48A95E22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265C3B"/>
                </a:solidFill>
              </a:defRPr>
            </a:pPr>
            <a:r>
              <a:rPr sz="1275" b="1">
                <a:solidFill>
                  <a:srgbClr val="265C3B"/>
                </a:solidFill>
              </a:rPr>
              <a:t>A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F645C1-4C0D-416F-B96E-D5F72FE1EAF1}"/>
              </a:ext>
            </a:extLst>
          </p:cNvPr>
          <p:cNvSpPr>
            <a:spLocks noGrp="1"/>
          </p:cNvSpPr>
          <p:nvPr/>
        </p:nvSpPr>
        <p:spPr>
          <a:xfrm>
            <a:off x="1257300" y="3648075"/>
            <a:ext cx="30003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1">
                <a:solidFill>
                  <a:srgbClr val="17231C"/>
                </a:solidFill>
              </a:defRPr>
            </a:pPr>
            <a:r>
              <a:rPr sz="1275" b="1">
                <a:solidFill>
                  <a:srgbClr val="17231C"/>
                </a:solidFill>
              </a:rPr>
              <a:t>출발 위치 수집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3908D3D-7356-48D3-A9C4-1A84B968F235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390525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08CB376-A445-4D9F-AF4F-B4CE6012FCAF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265C3B"/>
                </a:solidFill>
              </a:defRPr>
            </a:pPr>
            <a:r>
              <a:rPr sz="1275" b="1">
                <a:solidFill>
                  <a:srgbClr val="265C3B"/>
                </a:solidFill>
              </a:rPr>
              <a:t>B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0B532A-D556-4425-8BF9-C5FBE88ECA53}"/>
              </a:ext>
            </a:extLst>
          </p:cNvPr>
          <p:cNvSpPr>
            <a:spLocks noGrp="1"/>
          </p:cNvSpPr>
          <p:nvPr/>
        </p:nvSpPr>
        <p:spPr>
          <a:xfrm>
            <a:off x="1257300" y="4371975"/>
            <a:ext cx="30003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1">
                <a:solidFill>
                  <a:srgbClr val="17231C"/>
                </a:solidFill>
              </a:defRPr>
            </a:pPr>
            <a:r>
              <a:rPr sz="1275" b="1">
                <a:solidFill>
                  <a:srgbClr val="17231C"/>
                </a:solidFill>
              </a:rPr>
              <a:t>후보별 거리 계산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6F03F89-EFF5-407C-9277-59D3854EA9B9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390525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9525">
            <a:solidFill>
              <a:srgbClr val="D8D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AC5A59-8B0F-434E-B7CD-E1D85F90FB1D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265C3B"/>
                </a:solidFill>
              </a:defRPr>
            </a:pPr>
            <a:r>
              <a:rPr sz="1275" b="1">
                <a:solidFill>
                  <a:srgbClr val="265C3B"/>
                </a:solidFill>
              </a:rPr>
              <a:t>C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5BED0E6-0EDC-4184-A9E2-CF4A0301E1AA}"/>
              </a:ext>
            </a:extLst>
          </p:cNvPr>
          <p:cNvSpPr>
            <a:spLocks noGrp="1"/>
          </p:cNvSpPr>
          <p:nvPr/>
        </p:nvSpPr>
        <p:spPr>
          <a:xfrm>
            <a:off x="1257300" y="5095875"/>
            <a:ext cx="30003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1">
                <a:solidFill>
                  <a:srgbClr val="17231C"/>
                </a:solidFill>
              </a:defRPr>
            </a:pPr>
            <a:r>
              <a:rPr sz="1275" b="1">
                <a:solidFill>
                  <a:srgbClr val="17231C"/>
                </a:solidFill>
              </a:rPr>
              <a:t>상위 3곳 추천</a:t>
            </a: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3"/>
          <a:srcRect l="2227" r="2227"/>
          <a:stretch>
            <a:fillRect/>
          </a:stretch>
        </p:blipFill>
        <p:spPr>
          <a:xfrm>
            <a:off x="4953000" y="2076450"/>
            <a:ext cx="6629400" cy="3905250"/>
          </a:xfrm>
          <a:prstGeom prst="roundRect">
            <a:avLst>
              <a:gd name="adj" fmla="val 2927"/>
            </a:avLst>
          </a:prstGeom>
        </p:spPr>
      </p:pic>
    </p:spTree>
    <p:extLst>
      <p:ext uri="{BB962C8B-B14F-4D97-AF65-F5344CB8AC3E}">
        <p14:creationId xmlns:p14="http://schemas.microsoft.com/office/powerpoint/2010/main" val="4450368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DocSecurity>0</DocSecurity>
  <PresentationFormat>와이드스크린</PresentationFormat>
  <Paragraphs>67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시우 이</cp:lastModifiedBy>
  <cp:revision>1</cp:revision>
  <dcterms:created xsi:type="dcterms:W3CDTF">2026-07-16T09:35:03Z</dcterms:created>
  <dcterms:modified xsi:type="dcterms:W3CDTF">2026-07-16T10:06:54Z</dcterms:modified>
</cp:coreProperties>
</file>