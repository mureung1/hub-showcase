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78caa494374fbd" /><Relationship Type="http://schemas.openxmlformats.org/officeDocument/2006/relationships/extended-properties" Target="/docProps/app.xml" Id="R69f3f20147624019" /><Relationship Type="http://schemas.openxmlformats.org/officeDocument/2006/relationships/officeDocument" Target="/ppt/presentation.xml" Id="R27aadd1b720849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dff7c5eee4850"/>
  </p:sldMasterIdLst>
  <p:notesMasterIdLst>
    <p:notesMasterId xmlns:r="http://schemas.openxmlformats.org/officeDocument/2006/relationships" r:id="Rcf2e933e56b74ee8"/>
  </p:notesMasterIdLst>
  <p:sldIdLst>
    <p:sldId xmlns:r="http://schemas.openxmlformats.org/officeDocument/2006/relationships" id="256" r:id="Rad0251266d994d15"/>
    <p:sldId xmlns:r="http://schemas.openxmlformats.org/officeDocument/2006/relationships" id="257" r:id="Rfa4a7150a8c24d5f"/>
    <p:sldId xmlns:r="http://schemas.openxmlformats.org/officeDocument/2006/relationships" id="258" r:id="Rcd04eec1898b4675"/>
    <p:sldId xmlns:r="http://schemas.openxmlformats.org/officeDocument/2006/relationships" id="259" r:id="R0bda8418fd9c44e4"/>
    <p:sldId xmlns:r="http://schemas.openxmlformats.org/officeDocument/2006/relationships" id="260" r:id="R2223afcb617149d0"/>
    <p:sldId xmlns:r="http://schemas.openxmlformats.org/officeDocument/2006/relationships" id="261" r:id="R27a4dc531d154af6"/>
    <p:sldId xmlns:r="http://schemas.openxmlformats.org/officeDocument/2006/relationships" id="262" r:id="R0a172e5503f348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b3697528cb4b13" /><Relationship Type="http://schemas.openxmlformats.org/officeDocument/2006/relationships/slideMaster" Target="/ppt/slideMasters/slideMaster1.xml" Id="R9dbdff7c5eee4850" /><Relationship Type="http://schemas.openxmlformats.org/officeDocument/2006/relationships/notesMaster" Target="/ppt/notesMasters/notesMaster1.xml" Id="Rcf2e933e56b74ee8" /><Relationship Type="http://schemas.openxmlformats.org/officeDocument/2006/relationships/presProps" Target="/ppt/presProps.xml" Id="Rc062fec1533c440d" /><Relationship Type="http://schemas.openxmlformats.org/officeDocument/2006/relationships/tableStyles" Target="/ppt/tableStyles.xml" Id="Reec6e75fc6554c16" /><Relationship Type="http://schemas.openxmlformats.org/officeDocument/2006/relationships/slide" Target="/ppt/slides/slide1.xml" Id="Rad0251266d994d15" /><Relationship Type="http://schemas.openxmlformats.org/officeDocument/2006/relationships/slide" Target="/ppt/slides/slide2.xml" Id="Rfa4a7150a8c24d5f" /><Relationship Type="http://schemas.openxmlformats.org/officeDocument/2006/relationships/slide" Target="/ppt/slides/slide3.xml" Id="Rcd04eec1898b4675" /><Relationship Type="http://schemas.openxmlformats.org/officeDocument/2006/relationships/slide" Target="/ppt/slides/slide4.xml" Id="R0bda8418fd9c44e4" /><Relationship Type="http://schemas.openxmlformats.org/officeDocument/2006/relationships/slide" Target="/ppt/slides/slide5.xml" Id="R2223afcb617149d0" /><Relationship Type="http://schemas.openxmlformats.org/officeDocument/2006/relationships/slide" Target="/ppt/slides/slide6.xml" Id="R27a4dc531d154af6" /><Relationship Type="http://schemas.openxmlformats.org/officeDocument/2006/relationships/slide" Target="/ppt/slides/slide7.xml" Id="R0a172e5503f3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b4629e77d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00c5588634fda" /><Relationship Type="http://schemas.openxmlformats.org/officeDocument/2006/relationships/notesMaster" Target="/ppt/notesMasters/notesMaster1.xml" Id="R691600270d9b49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9c48a1123e4b8b" /><Relationship Type="http://schemas.openxmlformats.org/officeDocument/2006/relationships/notesMaster" Target="/ppt/notesMasters/notesMaster1.xml" Id="Rf6f34d1b4b09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b4736eecc64fe6" /><Relationship Type="http://schemas.openxmlformats.org/officeDocument/2006/relationships/notesMaster" Target="/ppt/notesMasters/notesMaster1.xml" Id="Rce4585cc178e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fb61559b540e1" /><Relationship Type="http://schemas.openxmlformats.org/officeDocument/2006/relationships/notesMaster" Target="/ppt/notesMasters/notesMaster1.xml" Id="Rff280e5018244f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e6c6052a934b14" /><Relationship Type="http://schemas.openxmlformats.org/officeDocument/2006/relationships/notesMaster" Target="/ppt/notesMasters/notesMaster1.xml" Id="R05092398b8ef46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2d92c62e3648d1" /><Relationship Type="http://schemas.openxmlformats.org/officeDocument/2006/relationships/notesMaster" Target="/ppt/notesMasters/notesMaster1.xml" Id="Rf6ce73ec6569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78366d4024001" /><Relationship Type="http://schemas.openxmlformats.org/officeDocument/2006/relationships/notesMaster" Target="/ppt/notesMasters/notesMaster1.xml" Id="Rc1c21c16a872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7d6319794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50565a63c94a3b" /><Relationship Type="http://schemas.openxmlformats.org/officeDocument/2006/relationships/slideLayout" Target="/ppt/slideLayouts/slideLayout1.xml" Id="R1afc5d0d3111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fc5d0d3111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a65a71d0c4be0" /><Relationship Type="http://schemas.openxmlformats.org/officeDocument/2006/relationships/image" Target="/ppt/media/image.png" Id="R2c2b5fa3684640d8" /><Relationship Type="http://schemas.openxmlformats.org/officeDocument/2006/relationships/notesSlide" Target="/ppt/notesSlides/notesSlide1.xml" Id="R72b28eb2087f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fcb47b54c425f" /><Relationship Type="http://schemas.openxmlformats.org/officeDocument/2006/relationships/notesSlide" Target="/ppt/notesSlides/notesSlide2.xml" Id="R3bfd73a573fd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e5c89b5c24c82" /><Relationship Type="http://schemas.openxmlformats.org/officeDocument/2006/relationships/notesSlide" Target="/ppt/notesSlides/notesSlide3.xml" Id="Rc0edc482015d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4f19bfc5245c4" /><Relationship Type="http://schemas.openxmlformats.org/officeDocument/2006/relationships/notesSlide" Target="/ppt/notesSlides/notesSlide4.xml" Id="R5922fc869bed4b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c56fda307455a" /><Relationship Type="http://schemas.openxmlformats.org/officeDocument/2006/relationships/notesSlide" Target="/ppt/notesSlides/notesSlide5.xml" Id="R5f933391d49343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259335e2449aa" /><Relationship Type="http://schemas.openxmlformats.org/officeDocument/2006/relationships/notesSlide" Target="/ppt/notesSlides/notesSlide6.xml" Id="R48848bb6e42f4c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15c26e2c4d60" /><Relationship Type="http://schemas.openxmlformats.org/officeDocument/2006/relationships/notesSlide" Target="/ppt/notesSlides/notesSlide7.xml" Id="Rb0011c4dc1bc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0657E-90A5-4008-BBC2-5548006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MVP PROGRESS · 2026.07.24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82A57-0999-4EB5-B5AA-FF00A5C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619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시대,</a:t>
            </a:r>
          </a:p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생각을 깨우는 서비스 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8E772-0223-4786-84CB-7027A32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원문을 읽고, 질문하고, 한 줄로 남기는</a:t>
            </a:r>
          </a:p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비판적 사고 습관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0FE65-168A-4083-84FB-AE97260D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56684-6BD4-47D7-8669-1F115C8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9DC5-408F-4A6E-900E-7F6A525F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D694-ADD9-48F6-84F1-E72C432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720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637E5-E382-4241-BF7A-628CF67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339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B632-AAFE-4377-8FF8-788635AA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5117C-8DCB-44C5-8C43-622D426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"/>
            <a:ext cx="5276850" cy="5562600"/>
          </a:xfrm>
          <a:prstGeom xmlns:a="http://schemas.openxmlformats.org/drawingml/2006/main" prst="roundRect">
            <a:avLst>
              <a:gd name="adj" fmla="val 216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7F719-F7BD-4582-8B3E-8DA5F09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47725"/>
            <a:ext cx="4457700" cy="47625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b5fa3684640d8"/>
          <a:stretch xmlns:a="http://schemas.openxmlformats.org/drawingml/2006/main"/>
        </p:blipFill>
        <p:spPr>
          <a:xfrm xmlns:a="http://schemas.openxmlformats.org/drawingml/2006/main">
            <a:off x="7671642" y="1381125"/>
            <a:ext cx="2754217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3D971-1E5C-408B-AE60-1B97C698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생각을 깨우자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C737F-DE69-4839-B532-8E200DD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292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서비스 소개 · 시연 · 아키텍처 · AI 활용</a:t>
            </a:r>
          </a:p>
        </p:txBody>
      </p:sp>
    </p:spTree>
    <p:extLst>
      <p:ext uri="{BB962C8B-B14F-4D97-AF65-F5344CB8AC3E}">
        <p14:creationId xmlns:p14="http://schemas.microsoft.com/office/powerpoint/2010/main" val="31129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879CF-A5CD-40A0-AD13-0D21A3A1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01 ·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78AD9-6712-4711-A11B-64AD97EC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깸은 요약 대신 ‘생각할 이유’를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4D275-401D-4965-B85C-0A166A8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18ED0-A9A5-445E-852A-C8472C27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D232F-99A0-4FAC-95C4-ED740BDF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8"/>
          </a:solidFill>
          <a:ln xmlns:a="http://schemas.openxmlformats.org/drawingml/2006/main" w="9525">
            <a:solidFill>
              <a:srgbClr val="ECE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69147-398F-43E4-8487-025C19A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일반적인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17FAF-B3C7-4F81-B1E8-39A1717F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빠르게 소비하고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‘읽음’에서 끝난다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2F6FD-0F8D-4F0E-B30D-272D467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FBCFC-B1B5-4A2C-B6F1-93845F0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AI 요약으로 핵심만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C8B50-3DCA-4C8E-A7F5-13CD0AE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9AF8F-E479-4617-8B48-3F28113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다음 콘텐츠로 바로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C0A17-A05D-4D0D-995E-313B9050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81150"/>
            <a:ext cx="5934075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05CA4-95E7-4E9F-98F0-E4EBEC9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CD5DE-153D-434F-9F5A-28E60E8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깸의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345DE-FE3E-4C9C-A39E-560A853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288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원문을 읽고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생각으로 끝낸다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67544-8F07-4EF7-995F-B25F62BF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39D3A-4168-49EB-A516-A6BD191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242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 · 반박 · 연결 · 표현 중 한 가지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77B12-679B-447F-991C-3E2A66B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D154B-D434-4001-8679-980CA00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생각을 기록하고 다시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838E7-5F63-434E-A20C-1D68301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600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E80F-B66D-40D2-9B7F-7FB2BBF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콘텐츠 소비의 끝을 ‘읽음’에서 ‘생각 기록’으로 이동</a:t>
            </a:r>
          </a:p>
        </p:txBody>
      </p:sp>
    </p:spTree>
    <p:extLst>
      <p:ext uri="{BB962C8B-B14F-4D97-AF65-F5344CB8AC3E}">
        <p14:creationId xmlns:p14="http://schemas.microsoft.com/office/powerpoint/2010/main" val="1335077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FA7F6-72F7-47E4-A557-01485C48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02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02DE-B47A-4203-8E8A-6DDA0436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시연: 2분 안에 핵심 루프 한 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B2821-4334-405B-AEF4-C5BE4BD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3A1AB-73C9-4FA1-A528-1AED4DB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실제 서비스 화면으로 아래 흐름을 끊김 없이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82B4-5713-4471-B63F-BD151E5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FFE4F-D649-4549-AEAA-D3755928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37F7C-4C81-40B8-A60A-A983666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21978-50B1-442D-841D-6ACAAA46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3195A-F5C7-44B1-AEE3-0FDB3FF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1~3개 선택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세션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FDEEA-C751-4809-99EC-FA4B977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0942A-D7C7-4C52-B7FC-6D1FD9F2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7E40D-C4DE-434E-8DA7-0926E395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오늘의 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64CC3-B7D0-4C36-92C7-C1EE983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풀에서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맞춤 글 1~3개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33530-98AC-42B6-BF50-7B22E0F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59FAB-ADA9-4BAB-B2F1-C1326E60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9B236-1478-4294-87D7-930BF66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F5C6D-B54A-4BEC-9395-4768AA9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새 탭에서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 그대로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18F3B-0FD3-4920-8FA8-7D5693F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EA554-C03F-43DE-97F9-1B51AE6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F530C-D28E-472A-B2BB-7BDF6F6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사고 미션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7F7E9-7375-4378-8D7B-D27A459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질문·반박·연결·표현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중 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E0230-3092-424F-8339-8371A719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B6DCB-FF1C-4703-AD17-34A8C534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B0A0D-B166-4517-A35F-91FFAB8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나의 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35B8F-7554-4677-B35E-DED4698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기록을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캘린더에서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7B0E9-FBCF-4587-9812-5AC1CDA8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1201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5531B-9C7D-41EC-8CCB-EF86FB3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A0B16-13C0-4EC9-B678-90AF973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전환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7EBB8-0A0E-49CA-A961-116A775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이 슬라이드에서 실제 서비스로 전환 → 미션 저장 후 다시 발표자료로 복귀</a:t>
            </a:r>
          </a:p>
        </p:txBody>
      </p:sp>
    </p:spTree>
    <p:extLst>
      <p:ext uri="{BB962C8B-B14F-4D97-AF65-F5344CB8AC3E}">
        <p14:creationId xmlns:p14="http://schemas.microsoft.com/office/powerpoint/2010/main" val="2013679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B6D091-AC72-4493-8A79-BD497DF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03 ·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C2B0B-C16F-4976-B554-0E441CFC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 MVP는 핵심 사용자 루프까지 연결됐다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F784-B516-4A60-90AF-3E613F0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9A1C5-3B49-4F5B-91CC-BF31764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화면, API, 데이터가 하나의 흐름으로 동작하며 콘텐츠 소스는 확장 중입니다.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9B841-B7D4-4E8F-A6DD-79C89D4C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55BEF-3768-424B-91AD-CC82EC2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96A12-253C-4813-868E-AB16CCCF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50DE8-FC5F-4135-8DAC-C2EB3A4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3D5BA-8495-4E5E-9A7B-2269B9E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09A9C-1AAE-4E47-A2D4-05C824C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B60B2-0022-412F-B103-8AF7BABD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 1~3개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D3884-3199-49AB-8E95-0C1A6874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7625E-DC99-44F3-B2B3-031D3B8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오늘의 글 추천·원문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831C1-4C73-4AA0-AABA-78C614D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4ADE6-4DE1-41B9-8BBF-E82F9DFF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미션 저장·월별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5F5CF-C204-491D-921D-B6FB6FB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FBFE4-29CC-4198-8B1E-0834D81F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30D81-7AAA-474F-BC8B-DFE8B51B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64116-C93C-4969-A3E1-D59ED60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8F3ED-457B-44F0-AD36-1076421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백엔드·데이터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F0D7E-7D51-4566-BD27-C2A1E98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586FE-808C-4D25-B5F3-B109009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FastAPI 계약과 JWT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B220A-58E1-4E94-B7B8-61158A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DB11E-9B1B-4C20-8529-C377C73B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Supabase Auth·RLS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28D4B-DAD4-480C-A978-8EC0EC7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34DA2-8EC6-4107-82EC-93A62E4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콘텐츠·사용자 기록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D0C488-804D-42F1-A71A-55B9773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09AF2-B18A-401E-9B55-87E3C4BB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5DD50-EBB1-4013-9FDC-3453EA2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FAF12-5841-4B9B-8ADF-5C7D16C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확장 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3AE0C-0578-4698-8BD1-39EF803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콘텐츠 수집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CBBD0-1FD9-4CF8-BF54-C1FB13B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69718-5356-44FD-9F4B-2B1653F1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RSS 수동 CLI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88115B-7B9C-4E76-809E-A54E6EFB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21748-21E6-41CB-B898-F2FBB2F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접근성·품질·중복 검사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4568C-07DC-4A3D-B790-ABF684E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B6289-BAE6-4872-A50B-780EC3A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DEVOCEAN 등 소스 확대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E1C2F-E23B-41AB-8DEA-0D5BCB3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87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EF496-616D-4684-A69E-3EDF7894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수집은 자동 스케줄이 아니라 소스별 CLI 실행</a:t>
            </a:r>
          </a:p>
        </p:txBody>
      </p:sp>
    </p:spTree>
    <p:extLst>
      <p:ext uri="{BB962C8B-B14F-4D97-AF65-F5344CB8AC3E}">
        <p14:creationId xmlns:p14="http://schemas.microsoft.com/office/powerpoint/2010/main" val="1040492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49E25-B94E-4D28-948F-39A012A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04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059F3-FAD3-4ABC-83CA-D6AEE464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데이터 요청은 API로, 인증만 직접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0B04F-DDF0-4EC4-BAC9-AB513D7C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C4B69-F3EC-4F9B-A605-E2400DB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40915-0416-4B76-A6A0-E3735C67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DAC42-A0E8-4F24-B9BF-2A8709E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9CB8E-C906-4B6E-A82C-57EBAD1D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86C09-64E5-4395-B517-71C804D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D3E45-A749-46A3-9C6D-47147441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77AD2-7C7A-4CC8-8402-EBC1A5D5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8D22D-4121-48C4-86EC-C15464E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63F93-9274-42C3-A2D4-9709E6D0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EC018-970F-49CC-93A0-09CCE055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BF4C9-6BA7-4219-B981-70F009EA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528F-BC48-4DAF-BE37-0429EBDA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4EE74-A8C1-4F0A-946C-1D30BDB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05C3D-FDFA-4FC5-AF52-E761DB0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421FC-ACFE-4A59-A4A4-6E04E4F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6680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D0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08757-66B1-4D20-884E-1037D7C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6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외부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4949A-C4CC-4669-B6D1-4C2FC62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35EE8-E187-4353-9321-0B06C3EB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5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E822F-11DE-425E-9688-F7F1D6AC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F2B8B-BD0B-4E3A-9696-E59033E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RSS 수집기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62150" y="2771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8150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6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476625" y="1562100"/>
            <a:ext cx="6715125" cy="476250"/>
          </a:xfrm>
          <a:prstGeom xmlns:a="http://schemas.openxmlformats.org/drawingml/2006/main" prst="bentConnector5">
            <a:avLst>
              <a:gd name="adj1" fmla="val 0"/>
              <a:gd name="adj2" fmla="val 48000"/>
              <a:gd name="adj3" fmla="val 96596"/>
            </a:avLst>
          </a:prstGeom>
          <a:ln xmlns:a="http://schemas.openxmlformats.org/drawingml/2006/main" w="19050">
            <a:solidFill>
              <a:srgbClr val="F5DD5A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6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476625" y="3505200"/>
            <a:ext cx="17430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86885"/>
            </a:avLst>
          </a:prstGeom>
          <a:ln xmlns:a="http://schemas.openxmlformats.org/drawingml/2006/main" w="19050">
            <a:solidFill>
              <a:srgbClr val="A6B4F5"/>
            </a:solidFill>
            <a:prstDash val="dash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8772525" y="3505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A8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AC0E3-1D75-4F0C-AD9B-4C60519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/api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7672E-08B9-477F-AE8B-1DD7855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사용자 JWT + RLS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F6E49-A30B-4747-8930-5B2EE401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인증만 직접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EA9B59-AC1C-4FBF-94CC-B083619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95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검증된 공용 콘텐츠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BA0AF1-F73A-4B7E-AD6F-2D774AA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CAA899-61A8-41B2-A8D2-C1199827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 데이터 경로와 콘텐츠 수집 경로를 분리해 권한 경계를 명확히 유지</a:t>
            </a:r>
          </a:p>
        </p:txBody>
      </p:sp>
    </p:spTree>
    <p:extLst>
      <p:ext uri="{BB962C8B-B14F-4D97-AF65-F5344CB8AC3E}">
        <p14:creationId xmlns:p14="http://schemas.microsoft.com/office/powerpoint/2010/main" val="48367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C04029-F61B-4402-B48B-70892A2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05 · CONTENT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48694-B644-4B18-99CD-1F796D42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콘텐츠를 계속 갱신하고, 추천만 개인화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F7021-5C48-46A7-9E31-5899A6C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EB956-A4C4-4121-AEE0-B8826823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43028-B8FB-41C9-A81E-EF7272E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사용자마다 콘텐츠 DB를 만들지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0513-9B1B-4786-BF8C-4E3093B5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863ED-9893-4919-960D-CDC0E20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C1679-AFA2-47BE-95AD-B301F800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검증된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2C817-0879-49AD-A264-5C3BE96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공식 소스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활성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D0175-EB41-4B1B-95F6-727E9F6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82014-4E87-493C-9E16-734061C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87FBD-EE18-4DFC-8E73-F4C96B6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수집·파싱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ACCAD-3F1D-446F-9003-722D6368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제목·URL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발행일·소개문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90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A36C6-CD40-46AA-95C4-F39003F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9952E-77B7-47FF-AFDD-6CF025B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F2C0C-FCFC-4410-8DC1-6D871332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품질 검사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50582-B7FD-4F7C-8443-65A7451D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Canonical 중복</a:t>
            </a:r>
          </a:p>
        </p:txBody>
      </p: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86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EF91F-9D80-4FCC-83F8-FFFB065B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12AF2-7B71-4BD4-984C-72B5F715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60362-9D02-4534-ABA6-9E800250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57F86-B3F5-4373-9BFA-04EC26A2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기사·태그를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하나의 풀에 저장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81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D3572-2A14-43AC-B409-CA8C3F4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35E98-2AAE-4ABD-9D15-F08A2E9C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C0AEE-523C-411E-A22C-CA1B7CBB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맞춤 추천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5E99D-2625-49E2-8DDA-8D16D1F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관심사·최신성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완료 기록 반영</a:t>
            </a:r>
          </a:p>
        </p:txBody>
      </p:sp>
      <p:cxnSp>
        <p:nvCxnSpPr>
          <p:cNvPr id="66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F933EA-C4D7-4642-AD50-C697ABDA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F9828-4FCB-4F0E-A6C7-1189ED9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48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38529-482D-48ED-A3A1-BDC6BBDF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863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USER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90FD4-3CB1-4F0C-B4DF-DE03FDE3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· 미션 완료 기록</a:t>
            </a:r>
          </a:p>
        </p:txBody>
      </p:sp>
      <p:cxnSp>
        <p:nvCxnSpPr>
          <p:cNvPr id="71" name=""/>
          <p:cNvCxnSpPr>
            <a:stCxn xmlns:a="http://schemas.openxmlformats.org/drawingml/2006/main" id="30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9067800" y="4276725"/>
            <a:ext cx="6572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F6B"/>
            </a:solidFill>
            <a:prstDash val="dash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072E1-5149-458C-8FED-9F83EB4E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수집 주기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40172-F776-4179-B7F4-3984723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현재: 소스별 CLI 실행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AB8602-7184-49D3-AC96-AD51182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향후: 스케줄러를 붙여 같은 파이프라인 반복</a:t>
            </a:r>
          </a:p>
        </p:txBody>
      </p:sp>
    </p:spTree>
    <p:extLst>
      <p:ext uri="{BB962C8B-B14F-4D97-AF65-F5344CB8AC3E}">
        <p14:creationId xmlns:p14="http://schemas.microsoft.com/office/powerpoint/2010/main" val="187610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4A94D-1EB1-4AA5-8398-93CDE37A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06 · AI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095E8-7EE0-48D5-94F5-50CF35B2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AI는 역할을 나누고, 사람은 범위와 완료를 결정했다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3E4B3-CF08-49FF-AD18-FE9AF943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DBFF3-7370-49E2-A501-EF53C2A3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75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D4AD1-F98D-49FF-A362-48505BD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B5A33-D401-4FC2-94D2-CEAA214C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6B899-3A74-407F-B24A-51F695C9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A250F-8F36-4047-93E0-318A60D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175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A41C2-C382-4A0D-9FDA-F6F1609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431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F563-EBEF-4F98-8B4D-59EA73C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B0C6E-4354-4CF3-A2EF-F8584D97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설계 검증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47900" y="2714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70F17-6B54-401E-85AE-5DF4582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175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315CC-DAD6-4E70-B40D-351CEC24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431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B6C35-CDC6-4980-B9F0-FF24D0A5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A602B-75FC-44DC-BCC1-63891E0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범위 확정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95800" y="2714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078C2-ECFD-4167-BA86-9613A463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5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82521-AEA2-403B-8A11-E35E718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431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BBF84-4DAB-4C08-AEE3-243CBA62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6E3EE-BD1A-4635-88B2-C295771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743700" y="2714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E59DC-8F40-44CF-9422-D5787F1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175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8E103-AAF3-4FDF-85DE-4E08D80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1431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03BA6-ABC7-47A0-847C-98D39DD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77AAC-63AB-4AF5-AC95-3490450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구현 검증</a:t>
            </a:r>
          </a:p>
        </p:txBody>
      </p: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991600" y="2714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B6F3B-64F5-44FF-8005-65628D4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62425"/>
            <a:ext cx="526732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B572E-54FC-47DC-BBA5-F7AC4C7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1484E-B82D-46E2-8B6C-2F62A28A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공통 규칙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15477-513E-4981-9A38-99484BF6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04D14-94EA-4B03-911D-92E9A0A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Git · 코딩 · 검증의 단일 원본은</a:t>
            </a:r>
          </a:p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DEVELOPMENT.md로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B247F-3AEC-46F9-8FDB-F3CB5A1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62425"/>
            <a:ext cx="559117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2982CB-A0A3-4F55-9CAA-62050C87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196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2ED22-A4DF-4CFD-9D4B-171F16BD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57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완료 판단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A463F-703E-493F-A189-D7B6A65B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149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AI의 설명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FE7B8C-2385-4053-9B6B-6A5F65F7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5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95A8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5369C-C72D-4E7D-8028-54BAB92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테스트 · 하네스 결과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DF5B1-0B1D-47CA-ABCE-D2DCF60F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482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D6B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86D6BE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CCBE5-57D8-45BF-812D-ABFED252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38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설계 → 반대 관점 검토 → 구현 → 독립 검증</a:t>
            </a:r>
          </a:p>
        </p:txBody>
      </p:sp>
    </p:spTree>
    <p:extLst>
      <p:ext uri="{BB962C8B-B14F-4D97-AF65-F5344CB8AC3E}">
        <p14:creationId xmlns:p14="http://schemas.microsoft.com/office/powerpoint/2010/main" val="424142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2026-07-24T03:34:15.4800000Z</dcterms:created>
  <dcterms:modified xsi:type="dcterms:W3CDTF">2026-07-24T03:34:15.4800000Z</dcterms:modified>
</coreProperties>
</file>