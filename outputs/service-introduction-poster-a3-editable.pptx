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696575" cy="1511617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149"/>
    <a:srgbClr val="E7D8CE"/>
    <a:srgbClr val="006D36"/>
    <a:srgbClr val="FFFAF7"/>
    <a:srgbClr val="D9E9E1"/>
    <a:srgbClr val="006B45"/>
    <a:srgbClr val="EA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2F22A-2806-4C0B-AA9D-2A8ACD0D3E90}" v="12" dt="2026-07-28T10:00:38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19" y="-40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창현 박" userId="e4bc643093d14f32" providerId="LiveId" clId="{745359EF-2853-4AFE-A5A8-2A9FAE867B88}"/>
    <pc:docChg chg="undo custSel addSld delSld modSld">
      <pc:chgData name="창현 박" userId="e4bc643093d14f32" providerId="LiveId" clId="{745359EF-2853-4AFE-A5A8-2A9FAE867B88}" dt="2026-07-28T10:00:53.546" v="552" actId="20577"/>
      <pc:docMkLst>
        <pc:docMk/>
      </pc:docMkLst>
      <pc:sldChg chg="addSp delSp modSp mod setBg">
        <pc:chgData name="창현 박" userId="e4bc643093d14f32" providerId="LiveId" clId="{745359EF-2853-4AFE-A5A8-2A9FAE867B88}" dt="2026-07-28T10:00:53.546" v="552" actId="20577"/>
        <pc:sldMkLst>
          <pc:docMk/>
          <pc:sldMk cId="730242622" sldId="256"/>
        </pc:sldMkLst>
        <pc:spChg chg="mod">
          <ac:chgData name="창현 박" userId="e4bc643093d14f32" providerId="LiveId" clId="{745359EF-2853-4AFE-A5A8-2A9FAE867B88}" dt="2026-07-28T08:30:17.705" v="7" actId="1076"/>
          <ac:spMkLst>
            <pc:docMk/>
            <pc:sldMk cId="730242622" sldId="256"/>
            <ac:spMk id="2" creationId="{44FBD5E2-5619-75EB-8302-C2BFA996AE20}"/>
          </ac:spMkLst>
        </pc:spChg>
        <pc:spChg chg="mod">
          <ac:chgData name="창현 박" userId="e4bc643093d14f32" providerId="LiveId" clId="{745359EF-2853-4AFE-A5A8-2A9FAE867B88}" dt="2026-07-28T08:30:17.705" v="7" actId="1076"/>
          <ac:spMkLst>
            <pc:docMk/>
            <pc:sldMk cId="730242622" sldId="256"/>
            <ac:spMk id="3" creationId="{6233E39D-9F18-0B87-7661-D193C1F2114F}"/>
          </ac:spMkLst>
        </pc:spChg>
        <pc:spChg chg="mod">
          <ac:chgData name="창현 박" userId="e4bc643093d14f32" providerId="LiveId" clId="{745359EF-2853-4AFE-A5A8-2A9FAE867B88}" dt="2026-07-28T08:30:17.705" v="7" actId="1076"/>
          <ac:spMkLst>
            <pc:docMk/>
            <pc:sldMk cId="730242622" sldId="256"/>
            <ac:spMk id="4" creationId="{D8991A68-9177-080F-1051-245EB6F09CB9}"/>
          </ac:spMkLst>
        </pc:spChg>
        <pc:spChg chg="mod">
          <ac:chgData name="창현 박" userId="e4bc643093d14f32" providerId="LiveId" clId="{745359EF-2853-4AFE-A5A8-2A9FAE867B88}" dt="2026-07-28T08:30:17.705" v="7" actId="1076"/>
          <ac:spMkLst>
            <pc:docMk/>
            <pc:sldMk cId="730242622" sldId="256"/>
            <ac:spMk id="5" creationId="{9471859D-876A-FCC4-8D76-A024643111B8}"/>
          </ac:spMkLst>
        </pc:spChg>
        <pc:spChg chg="add del mod">
          <ac:chgData name="창현 박" userId="e4bc643093d14f32" providerId="LiveId" clId="{745359EF-2853-4AFE-A5A8-2A9FAE867B88}" dt="2026-07-28T09:17:29.972" v="311" actId="478"/>
          <ac:spMkLst>
            <pc:docMk/>
            <pc:sldMk cId="730242622" sldId="256"/>
            <ac:spMk id="6" creationId="{1BC378ED-8D29-8BC1-8B51-8C54CA48D65F}"/>
          </ac:spMkLst>
        </pc:spChg>
        <pc:spChg chg="add del mod">
          <ac:chgData name="창현 박" userId="e4bc643093d14f32" providerId="LiveId" clId="{745359EF-2853-4AFE-A5A8-2A9FAE867B88}" dt="2026-07-28T09:17:28.880" v="310" actId="478"/>
          <ac:spMkLst>
            <pc:docMk/>
            <pc:sldMk cId="730242622" sldId="256"/>
            <ac:spMk id="7" creationId="{5B79E579-6F5F-8239-E37F-7953E7FC587F}"/>
          </ac:spMkLst>
        </pc:spChg>
        <pc:spChg chg="add del mod">
          <ac:chgData name="창현 박" userId="e4bc643093d14f32" providerId="LiveId" clId="{745359EF-2853-4AFE-A5A8-2A9FAE867B88}" dt="2026-07-28T09:17:28.880" v="310" actId="478"/>
          <ac:spMkLst>
            <pc:docMk/>
            <pc:sldMk cId="730242622" sldId="256"/>
            <ac:spMk id="8" creationId="{08C84DC0-099F-D754-3487-26C87935AD7A}"/>
          </ac:spMkLst>
        </pc:spChg>
        <pc:spChg chg="add mod">
          <ac:chgData name="창현 박" userId="e4bc643093d14f32" providerId="LiveId" clId="{745359EF-2853-4AFE-A5A8-2A9FAE867B88}" dt="2026-07-28T09:23:58.736" v="365" actId="1076"/>
          <ac:spMkLst>
            <pc:docMk/>
            <pc:sldMk cId="730242622" sldId="256"/>
            <ac:spMk id="13" creationId="{B39D5B86-82EF-F976-7264-C796AC132453}"/>
          </ac:spMkLst>
        </pc:spChg>
        <pc:spChg chg="add mod">
          <ac:chgData name="창현 박" userId="e4bc643093d14f32" providerId="LiveId" clId="{745359EF-2853-4AFE-A5A8-2A9FAE867B88}" dt="2026-07-28T09:24:31.088" v="371" actId="1076"/>
          <ac:spMkLst>
            <pc:docMk/>
            <pc:sldMk cId="730242622" sldId="256"/>
            <ac:spMk id="15" creationId="{18B2F85A-FE3A-EB85-EC0A-9FEF2E2F7254}"/>
          </ac:spMkLst>
        </pc:spChg>
        <pc:spChg chg="add mod">
          <ac:chgData name="창현 박" userId="e4bc643093d14f32" providerId="LiveId" clId="{745359EF-2853-4AFE-A5A8-2A9FAE867B88}" dt="2026-07-28T09:24:42.781" v="372" actId="1076"/>
          <ac:spMkLst>
            <pc:docMk/>
            <pc:sldMk cId="730242622" sldId="256"/>
            <ac:spMk id="17" creationId="{564EC067-88B0-4BE3-2F20-75B49805FEA4}"/>
          </ac:spMkLst>
        </pc:spChg>
        <pc:spChg chg="add mod">
          <ac:chgData name="창현 박" userId="e4bc643093d14f32" providerId="LiveId" clId="{745359EF-2853-4AFE-A5A8-2A9FAE867B88}" dt="2026-07-28T09:24:58.032" v="376" actId="1076"/>
          <ac:spMkLst>
            <pc:docMk/>
            <pc:sldMk cId="730242622" sldId="256"/>
            <ac:spMk id="19" creationId="{10CA046D-D963-6ACC-16CB-6C02B0AE3B05}"/>
          </ac:spMkLst>
        </pc:spChg>
        <pc:spChg chg="add mod">
          <ac:chgData name="창현 박" userId="e4bc643093d14f32" providerId="LiveId" clId="{745359EF-2853-4AFE-A5A8-2A9FAE867B88}" dt="2026-07-28T09:27:43.138" v="424" actId="121"/>
          <ac:spMkLst>
            <pc:docMk/>
            <pc:sldMk cId="730242622" sldId="256"/>
            <ac:spMk id="23" creationId="{16BF283D-3D8C-A2A4-54FB-FF60E0DD6E46}"/>
          </ac:spMkLst>
        </pc:spChg>
        <pc:spChg chg="add mod">
          <ac:chgData name="창현 박" userId="e4bc643093d14f32" providerId="LiveId" clId="{745359EF-2853-4AFE-A5A8-2A9FAE867B88}" dt="2026-07-28T09:55:54.608" v="521" actId="20577"/>
          <ac:spMkLst>
            <pc:docMk/>
            <pc:sldMk cId="730242622" sldId="256"/>
            <ac:spMk id="25" creationId="{62B89380-5AC0-4A3E-A4F4-2ECEC50F596A}"/>
          </ac:spMkLst>
        </pc:spChg>
        <pc:spChg chg="add mod">
          <ac:chgData name="창현 박" userId="e4bc643093d14f32" providerId="LiveId" clId="{745359EF-2853-4AFE-A5A8-2A9FAE867B88}" dt="2026-07-28T10:00:48.370" v="550" actId="2710"/>
          <ac:spMkLst>
            <pc:docMk/>
            <pc:sldMk cId="730242622" sldId="256"/>
            <ac:spMk id="27" creationId="{5DF9F453-AADB-97B5-9BC6-B6763BED00D1}"/>
          </ac:spMkLst>
        </pc:spChg>
        <pc:spChg chg="add mod">
          <ac:chgData name="창현 박" userId="e4bc643093d14f32" providerId="LiveId" clId="{745359EF-2853-4AFE-A5A8-2A9FAE867B88}" dt="2026-07-28T10:00:31.439" v="547" actId="2710"/>
          <ac:spMkLst>
            <pc:docMk/>
            <pc:sldMk cId="730242622" sldId="256"/>
            <ac:spMk id="29" creationId="{144BBE62-367A-A939-FB9A-E9B128974FAD}"/>
          </ac:spMkLst>
        </pc:spChg>
        <pc:spChg chg="add mod">
          <ac:chgData name="창현 박" userId="e4bc643093d14f32" providerId="LiveId" clId="{745359EF-2853-4AFE-A5A8-2A9FAE867B88}" dt="2026-07-28T09:55:09.359" v="509" actId="571"/>
          <ac:spMkLst>
            <pc:docMk/>
            <pc:sldMk cId="730242622" sldId="256"/>
            <ac:spMk id="30" creationId="{9D21F3C6-4327-D99A-A3CD-7377AE77417D}"/>
          </ac:spMkLst>
        </pc:spChg>
        <pc:spChg chg="mod">
          <ac:chgData name="창현 박" userId="e4bc643093d14f32" providerId="LiveId" clId="{745359EF-2853-4AFE-A5A8-2A9FAE867B88}" dt="2026-07-28T09:26:58.803" v="390" actId="1076"/>
          <ac:spMkLst>
            <pc:docMk/>
            <pc:sldMk cId="730242622" sldId="256"/>
            <ac:spMk id="94" creationId="{AF12BAB8-A800-D6AB-5BA3-8DFA5E3E9AC9}"/>
          </ac:spMkLst>
        </pc:spChg>
        <pc:spChg chg="mod">
          <ac:chgData name="창현 박" userId="e4bc643093d14f32" providerId="LiveId" clId="{745359EF-2853-4AFE-A5A8-2A9FAE867B88}" dt="2026-07-28T09:26:54.573" v="388" actId="122"/>
          <ac:spMkLst>
            <pc:docMk/>
            <pc:sldMk cId="730242622" sldId="256"/>
            <ac:spMk id="95" creationId="{414B23F5-93D3-610C-2DA8-51FFA0BF4BA2}"/>
          </ac:spMkLst>
        </pc:spChg>
        <pc:spChg chg="mod">
          <ac:chgData name="창현 박" userId="e4bc643093d14f32" providerId="LiveId" clId="{745359EF-2853-4AFE-A5A8-2A9FAE867B88}" dt="2026-07-28T09:27:06.386" v="392" actId="1076"/>
          <ac:spMkLst>
            <pc:docMk/>
            <pc:sldMk cId="730242622" sldId="256"/>
            <ac:spMk id="96" creationId="{B9A196CF-A91B-8CC4-F775-0A2AC8C6F477}"/>
          </ac:spMkLst>
        </pc:spChg>
        <pc:spChg chg="mod">
          <ac:chgData name="창현 박" userId="e4bc643093d14f32" providerId="LiveId" clId="{745359EF-2853-4AFE-A5A8-2A9FAE867B88}" dt="2026-07-28T09:26:46.214" v="386" actId="21"/>
          <ac:spMkLst>
            <pc:docMk/>
            <pc:sldMk cId="730242622" sldId="256"/>
            <ac:spMk id="97" creationId="{B3C62EEC-511C-77DA-58A2-A796A94B07B1}"/>
          </ac:spMkLst>
        </pc:spChg>
        <pc:spChg chg="mod">
          <ac:chgData name="창현 박" userId="e4bc643093d14f32" providerId="LiveId" clId="{745359EF-2853-4AFE-A5A8-2A9FAE867B88}" dt="2026-07-28T09:12:56.997" v="292" actId="207"/>
          <ac:spMkLst>
            <pc:docMk/>
            <pc:sldMk cId="730242622" sldId="256"/>
            <ac:spMk id="98" creationId="{6D0FAF3F-B25F-A3A2-9907-AA7E0CCCA5C6}"/>
          </ac:spMkLst>
        </pc:spChg>
        <pc:spChg chg="mod">
          <ac:chgData name="창현 박" userId="e4bc643093d14f32" providerId="LiveId" clId="{745359EF-2853-4AFE-A5A8-2A9FAE867B88}" dt="2026-07-28T08:34:13.568" v="51" actId="20577"/>
          <ac:spMkLst>
            <pc:docMk/>
            <pc:sldMk cId="730242622" sldId="256"/>
            <ac:spMk id="99" creationId="{62075DCC-2E84-4C9A-901D-E2E2BF1F96FC}"/>
          </ac:spMkLst>
        </pc:spChg>
        <pc:spChg chg="mod">
          <ac:chgData name="창현 박" userId="e4bc643093d14f32" providerId="LiveId" clId="{745359EF-2853-4AFE-A5A8-2A9FAE867B88}" dt="2026-07-28T09:12:35.250" v="290" actId="1076"/>
          <ac:spMkLst>
            <pc:docMk/>
            <pc:sldMk cId="730242622" sldId="256"/>
            <ac:spMk id="100" creationId="{4B6E77CB-6822-41A1-AC48-4736D7755F15}"/>
          </ac:spMkLst>
        </pc:spChg>
        <pc:spChg chg="mod">
          <ac:chgData name="창현 박" userId="e4bc643093d14f32" providerId="LiveId" clId="{745359EF-2853-4AFE-A5A8-2A9FAE867B88}" dt="2026-07-28T08:47:34.012" v="288" actId="207"/>
          <ac:spMkLst>
            <pc:docMk/>
            <pc:sldMk cId="730242622" sldId="256"/>
            <ac:spMk id="101" creationId="{954B2143-3D68-4504-A184-B7B1DEAA2AA0}"/>
          </ac:spMkLst>
        </pc:spChg>
        <pc:spChg chg="del mod">
          <ac:chgData name="창현 박" userId="e4bc643093d14f32" providerId="LiveId" clId="{745359EF-2853-4AFE-A5A8-2A9FAE867B88}" dt="2026-07-28T08:31:42.108" v="15" actId="478"/>
          <ac:spMkLst>
            <pc:docMk/>
            <pc:sldMk cId="730242622" sldId="256"/>
            <ac:spMk id="102" creationId="{B9E95215-97B5-46E7-A8A4-8BAFDA20918C}"/>
          </ac:spMkLst>
        </pc:spChg>
        <pc:spChg chg="mod">
          <ac:chgData name="창현 박" userId="e4bc643093d14f32" providerId="LiveId" clId="{745359EF-2853-4AFE-A5A8-2A9FAE867B88}" dt="2026-07-28T08:31:28.613" v="13" actId="1076"/>
          <ac:spMkLst>
            <pc:docMk/>
            <pc:sldMk cId="730242622" sldId="256"/>
            <ac:spMk id="103" creationId="{5F3A161A-1517-44C9-8553-411FC3FCBD9E}"/>
          </ac:spMkLst>
        </pc:spChg>
        <pc:spChg chg="del mod">
          <ac:chgData name="창현 박" userId="e4bc643093d14f32" providerId="LiveId" clId="{745359EF-2853-4AFE-A5A8-2A9FAE867B88}" dt="2026-07-28T09:22:58.322" v="351" actId="478"/>
          <ac:spMkLst>
            <pc:docMk/>
            <pc:sldMk cId="730242622" sldId="256"/>
            <ac:spMk id="104" creationId="{FFC5F6D2-3B31-4832-A261-DFF9DB629326}"/>
          </ac:spMkLst>
        </pc:spChg>
        <pc:spChg chg="del mod">
          <ac:chgData name="창현 박" userId="e4bc643093d14f32" providerId="LiveId" clId="{745359EF-2853-4AFE-A5A8-2A9FAE867B88}" dt="2026-07-28T09:20:25.200" v="326" actId="478"/>
          <ac:spMkLst>
            <pc:docMk/>
            <pc:sldMk cId="730242622" sldId="256"/>
            <ac:spMk id="105" creationId="{3377F657-EB1D-460A-A206-0330064679B9}"/>
          </ac:spMkLst>
        </pc:spChg>
        <pc:spChg chg="del">
          <ac:chgData name="창현 박" userId="e4bc643093d14f32" providerId="LiveId" clId="{745359EF-2853-4AFE-A5A8-2A9FAE867B88}" dt="2026-07-28T09:23:47.485" v="362" actId="478"/>
          <ac:spMkLst>
            <pc:docMk/>
            <pc:sldMk cId="730242622" sldId="256"/>
            <ac:spMk id="106" creationId="{9CCFF54D-3121-48AC-9230-3BC0B8CA6ABC}"/>
          </ac:spMkLst>
        </pc:spChg>
        <pc:spChg chg="mod">
          <ac:chgData name="창현 박" userId="e4bc643093d14f32" providerId="LiveId" clId="{745359EF-2853-4AFE-A5A8-2A9FAE867B88}" dt="2026-07-28T09:24:26.456" v="370" actId="1076"/>
          <ac:spMkLst>
            <pc:docMk/>
            <pc:sldMk cId="730242622" sldId="256"/>
            <ac:spMk id="107" creationId="{891EAAB7-0564-47BA-963C-30B207E8D2DA}"/>
          </ac:spMkLst>
        </pc:spChg>
        <pc:spChg chg="del mod">
          <ac:chgData name="창현 박" userId="e4bc643093d14f32" providerId="LiveId" clId="{745359EF-2853-4AFE-A5A8-2A9FAE867B88}" dt="2026-07-28T09:23:33.791" v="358" actId="478"/>
          <ac:spMkLst>
            <pc:docMk/>
            <pc:sldMk cId="730242622" sldId="256"/>
            <ac:spMk id="108" creationId="{ACEE256C-D052-4A28-9411-3C870A194D79}"/>
          </ac:spMkLst>
        </pc:spChg>
        <pc:spChg chg="del mod">
          <ac:chgData name="창현 박" userId="e4bc643093d14f32" providerId="LiveId" clId="{745359EF-2853-4AFE-A5A8-2A9FAE867B88}" dt="2026-07-28T09:20:36.191" v="328" actId="478"/>
          <ac:spMkLst>
            <pc:docMk/>
            <pc:sldMk cId="730242622" sldId="256"/>
            <ac:spMk id="109" creationId="{222B5ECF-EE93-47A2-8481-43026A22A03B}"/>
          </ac:spMkLst>
        </pc:spChg>
        <pc:spChg chg="del">
          <ac:chgData name="창현 박" userId="e4bc643093d14f32" providerId="LiveId" clId="{745359EF-2853-4AFE-A5A8-2A9FAE867B88}" dt="2026-07-28T09:23:55.179" v="364" actId="478"/>
          <ac:spMkLst>
            <pc:docMk/>
            <pc:sldMk cId="730242622" sldId="256"/>
            <ac:spMk id="110" creationId="{79BEA8F5-DFAD-469B-AE23-D5844DA3C78C}"/>
          </ac:spMkLst>
        </pc:spChg>
        <pc:spChg chg="del">
          <ac:chgData name="창현 박" userId="e4bc643093d14f32" providerId="LiveId" clId="{745359EF-2853-4AFE-A5A8-2A9FAE867B88}" dt="2026-07-28T09:23:52.808" v="363" actId="478"/>
          <ac:spMkLst>
            <pc:docMk/>
            <pc:sldMk cId="730242622" sldId="256"/>
            <ac:spMk id="111" creationId="{2AFE6CAE-6D9F-4714-AD1B-93008811C314}"/>
          </ac:spMkLst>
        </pc:spChg>
        <pc:spChg chg="mod">
          <ac:chgData name="창현 박" userId="e4bc643093d14f32" providerId="LiveId" clId="{745359EF-2853-4AFE-A5A8-2A9FAE867B88}" dt="2026-07-28T09:51:12.834" v="437" actId="34135"/>
          <ac:spMkLst>
            <pc:docMk/>
            <pc:sldMk cId="730242622" sldId="256"/>
            <ac:spMk id="112" creationId="{87A2B8CF-9EB9-4EE0-9755-1739E70EEDC9}"/>
          </ac:spMkLst>
        </pc:spChg>
        <pc:spChg chg="mod">
          <ac:chgData name="창현 박" userId="e4bc643093d14f32" providerId="LiveId" clId="{745359EF-2853-4AFE-A5A8-2A9FAE867B88}" dt="2026-07-28T08:31:11.588" v="12" actId="1076"/>
          <ac:spMkLst>
            <pc:docMk/>
            <pc:sldMk cId="730242622" sldId="256"/>
            <ac:spMk id="113" creationId="{9352214E-6990-4A6F-8685-EC88BE8AB22D}"/>
          </ac:spMkLst>
        </pc:spChg>
        <pc:spChg chg="mod">
          <ac:chgData name="창현 박" userId="e4bc643093d14f32" providerId="LiveId" clId="{745359EF-2853-4AFE-A5A8-2A9FAE867B88}" dt="2026-07-28T08:31:11.588" v="12" actId="1076"/>
          <ac:spMkLst>
            <pc:docMk/>
            <pc:sldMk cId="730242622" sldId="256"/>
            <ac:spMk id="116" creationId="{67FD730E-8835-4678-B0EE-B6B52EC07EF7}"/>
          </ac:spMkLst>
        </pc:spChg>
        <pc:spChg chg="mod">
          <ac:chgData name="창현 박" userId="e4bc643093d14f32" providerId="LiveId" clId="{745359EF-2853-4AFE-A5A8-2A9FAE867B88}" dt="2026-07-28T09:51:39.009" v="441" actId="14100"/>
          <ac:spMkLst>
            <pc:docMk/>
            <pc:sldMk cId="730242622" sldId="256"/>
            <ac:spMk id="117" creationId="{EB84CD2E-3838-481F-B1D2-F29487081319}"/>
          </ac:spMkLst>
        </pc:spChg>
        <pc:spChg chg="del mod">
          <ac:chgData name="창현 박" userId="e4bc643093d14f32" providerId="LiveId" clId="{745359EF-2853-4AFE-A5A8-2A9FAE867B88}" dt="2026-07-28T08:38:41.567" v="81" actId="478"/>
          <ac:spMkLst>
            <pc:docMk/>
            <pc:sldMk cId="730242622" sldId="256"/>
            <ac:spMk id="118" creationId="{20948FAB-54F4-4410-AD72-123FDC6C4709}"/>
          </ac:spMkLst>
        </pc:spChg>
        <pc:spChg chg="del">
          <ac:chgData name="창현 박" userId="e4bc643093d14f32" providerId="LiveId" clId="{745359EF-2853-4AFE-A5A8-2A9FAE867B88}" dt="2026-07-28T08:38:51.930" v="86" actId="478"/>
          <ac:spMkLst>
            <pc:docMk/>
            <pc:sldMk cId="730242622" sldId="256"/>
            <ac:spMk id="119" creationId="{54DD590A-2B8B-4DA8-922B-D6733BE942EB}"/>
          </ac:spMkLst>
        </pc:spChg>
        <pc:spChg chg="del">
          <ac:chgData name="창현 박" userId="e4bc643093d14f32" providerId="LiveId" clId="{745359EF-2853-4AFE-A5A8-2A9FAE867B88}" dt="2026-07-28T08:38:51.127" v="85" actId="478"/>
          <ac:spMkLst>
            <pc:docMk/>
            <pc:sldMk cId="730242622" sldId="256"/>
            <ac:spMk id="120" creationId="{86915028-FB4F-4A35-AF2C-8BB374ECD133}"/>
          </ac:spMkLst>
        </pc:spChg>
        <pc:spChg chg="del">
          <ac:chgData name="창현 박" userId="e4bc643093d14f32" providerId="LiveId" clId="{745359EF-2853-4AFE-A5A8-2A9FAE867B88}" dt="2026-07-28T08:38:49.849" v="84" actId="478"/>
          <ac:spMkLst>
            <pc:docMk/>
            <pc:sldMk cId="730242622" sldId="256"/>
            <ac:spMk id="121" creationId="{DDAE4F9B-725F-4DDB-B377-623A8AF253B9}"/>
          </ac:spMkLst>
        </pc:spChg>
        <pc:spChg chg="del">
          <ac:chgData name="창현 박" userId="e4bc643093d14f32" providerId="LiveId" clId="{745359EF-2853-4AFE-A5A8-2A9FAE867B88}" dt="2026-07-28T08:38:48.088" v="83" actId="478"/>
          <ac:spMkLst>
            <pc:docMk/>
            <pc:sldMk cId="730242622" sldId="256"/>
            <ac:spMk id="122" creationId="{C5E2B6D3-8192-4D74-8546-A6B499409C61}"/>
          </ac:spMkLst>
        </pc:spChg>
        <pc:spChg chg="del">
          <ac:chgData name="창현 박" userId="e4bc643093d14f32" providerId="LiveId" clId="{745359EF-2853-4AFE-A5A8-2A9FAE867B88}" dt="2026-07-28T09:50:26.885" v="425" actId="478"/>
          <ac:spMkLst>
            <pc:docMk/>
            <pc:sldMk cId="730242622" sldId="256"/>
            <ac:spMk id="123" creationId="{45B88F52-B773-4C9E-A62B-A6B9FFF05AD6}"/>
          </ac:spMkLst>
        </pc:spChg>
        <pc:spChg chg="mod">
          <ac:chgData name="창현 박" userId="e4bc643093d14f32" providerId="LiveId" clId="{745359EF-2853-4AFE-A5A8-2A9FAE867B88}" dt="2026-07-28T10:00:53.546" v="552" actId="20577"/>
          <ac:spMkLst>
            <pc:docMk/>
            <pc:sldMk cId="730242622" sldId="256"/>
            <ac:spMk id="124" creationId="{D8DAC673-C123-4A77-B387-DBAEFF860A9E}"/>
          </ac:spMkLst>
        </pc:spChg>
        <pc:spChg chg="mod">
          <ac:chgData name="창현 박" userId="e4bc643093d14f32" providerId="LiveId" clId="{745359EF-2853-4AFE-A5A8-2A9FAE867B88}" dt="2026-07-28T09:51:15.783" v="438" actId="34135"/>
          <ac:spMkLst>
            <pc:docMk/>
            <pc:sldMk cId="730242622" sldId="256"/>
            <ac:spMk id="125" creationId="{4DC07BC9-A623-4A6B-A1FA-93EA6185BD81}"/>
          </ac:spMkLst>
        </pc:spChg>
        <pc:spChg chg="mod">
          <ac:chgData name="창현 박" userId="e4bc643093d14f32" providerId="LiveId" clId="{745359EF-2853-4AFE-A5A8-2A9FAE867B88}" dt="2026-07-28T08:31:11.588" v="12" actId="1076"/>
          <ac:spMkLst>
            <pc:docMk/>
            <pc:sldMk cId="730242622" sldId="256"/>
            <ac:spMk id="126" creationId="{B9A1B8AE-3D5F-4899-9E67-2C6E33D7950F}"/>
          </ac:spMkLst>
        </pc:spChg>
        <pc:spChg chg="mod">
          <ac:chgData name="창현 박" userId="e4bc643093d14f32" providerId="LiveId" clId="{745359EF-2853-4AFE-A5A8-2A9FAE867B88}" dt="2026-07-28T09:52:07.260" v="448" actId="14100"/>
          <ac:spMkLst>
            <pc:docMk/>
            <pc:sldMk cId="730242622" sldId="256"/>
            <ac:spMk id="130" creationId="{653CA373-C5C9-489A-B4F5-5EADAFE4D4CB}"/>
          </ac:spMkLst>
        </pc:spChg>
        <pc:spChg chg="del">
          <ac:chgData name="창현 박" userId="e4bc643093d14f32" providerId="LiveId" clId="{745359EF-2853-4AFE-A5A8-2A9FAE867B88}" dt="2026-07-28T08:41:20.828" v="108" actId="478"/>
          <ac:spMkLst>
            <pc:docMk/>
            <pc:sldMk cId="730242622" sldId="256"/>
            <ac:spMk id="131" creationId="{3996D9BC-0797-46AE-9E64-063037C5086B}"/>
          </ac:spMkLst>
        </pc:spChg>
        <pc:spChg chg="del">
          <ac:chgData name="창현 박" userId="e4bc643093d14f32" providerId="LiveId" clId="{745359EF-2853-4AFE-A5A8-2A9FAE867B88}" dt="2026-07-28T08:41:20.828" v="108" actId="478"/>
          <ac:spMkLst>
            <pc:docMk/>
            <pc:sldMk cId="730242622" sldId="256"/>
            <ac:spMk id="132" creationId="{0F46E570-2D5C-4284-8415-799AD2CA6FCB}"/>
          </ac:spMkLst>
        </pc:spChg>
        <pc:spChg chg="del mod">
          <ac:chgData name="창현 박" userId="e4bc643093d14f32" providerId="LiveId" clId="{745359EF-2853-4AFE-A5A8-2A9FAE867B88}" dt="2026-07-28T08:41:20.828" v="108" actId="478"/>
          <ac:spMkLst>
            <pc:docMk/>
            <pc:sldMk cId="730242622" sldId="256"/>
            <ac:spMk id="133" creationId="{FD01C279-417D-4076-BF30-230F77B9E228}"/>
          </ac:spMkLst>
        </pc:spChg>
        <pc:spChg chg="del">
          <ac:chgData name="창현 박" userId="e4bc643093d14f32" providerId="LiveId" clId="{745359EF-2853-4AFE-A5A8-2A9FAE867B88}" dt="2026-07-28T08:41:20.828" v="108" actId="478"/>
          <ac:spMkLst>
            <pc:docMk/>
            <pc:sldMk cId="730242622" sldId="256"/>
            <ac:spMk id="134" creationId="{7128D7B2-A5C2-4948-95C7-F90622F2AF34}"/>
          </ac:spMkLst>
        </pc:spChg>
        <pc:spChg chg="del">
          <ac:chgData name="창현 박" userId="e4bc643093d14f32" providerId="LiveId" clId="{745359EF-2853-4AFE-A5A8-2A9FAE867B88}" dt="2026-07-28T08:41:20.828" v="108" actId="478"/>
          <ac:spMkLst>
            <pc:docMk/>
            <pc:sldMk cId="730242622" sldId="256"/>
            <ac:spMk id="135" creationId="{A80A9FF4-670E-4E0D-89E2-5C59B10BBBA0}"/>
          </ac:spMkLst>
        </pc:spChg>
        <pc:spChg chg="del">
          <ac:chgData name="창현 박" userId="e4bc643093d14f32" providerId="LiveId" clId="{745359EF-2853-4AFE-A5A8-2A9FAE867B88}" dt="2026-07-28T09:52:51.518" v="451" actId="478"/>
          <ac:spMkLst>
            <pc:docMk/>
            <pc:sldMk cId="730242622" sldId="256"/>
            <ac:spMk id="136" creationId="{34C2462A-B333-4A0E-A6B6-65704276F126}"/>
          </ac:spMkLst>
        </pc:spChg>
        <pc:spChg chg="del mod">
          <ac:chgData name="창현 박" userId="e4bc643093d14f32" providerId="LiveId" clId="{745359EF-2853-4AFE-A5A8-2A9FAE867B88}" dt="2026-07-28T09:52:52.754" v="452" actId="478"/>
          <ac:spMkLst>
            <pc:docMk/>
            <pc:sldMk cId="730242622" sldId="256"/>
            <ac:spMk id="137" creationId="{934DB4DF-05C3-4AE0-9560-8BB417FD553B}"/>
          </ac:spMkLst>
        </pc:spChg>
        <pc:spChg chg="mod">
          <ac:chgData name="창현 박" userId="e4bc643093d14f32" providerId="LiveId" clId="{745359EF-2853-4AFE-A5A8-2A9FAE867B88}" dt="2026-07-28T09:51:20.646" v="439" actId="34135"/>
          <ac:spMkLst>
            <pc:docMk/>
            <pc:sldMk cId="730242622" sldId="256"/>
            <ac:spMk id="138" creationId="{5417ECF8-9343-40B4-B3BD-1FF0DB622EDD}"/>
          </ac:spMkLst>
        </pc:spChg>
        <pc:spChg chg="mod">
          <ac:chgData name="창현 박" userId="e4bc643093d14f32" providerId="LiveId" clId="{745359EF-2853-4AFE-A5A8-2A9FAE867B88}" dt="2026-07-28T09:24:26.456" v="370" actId="1076"/>
          <ac:spMkLst>
            <pc:docMk/>
            <pc:sldMk cId="730242622" sldId="256"/>
            <ac:spMk id="139" creationId="{8EF57020-3428-41B3-A18F-E0834B5149AB}"/>
          </ac:spMkLst>
        </pc:spChg>
        <pc:spChg chg="mod">
          <ac:chgData name="창현 박" userId="e4bc643093d14f32" providerId="LiveId" clId="{745359EF-2853-4AFE-A5A8-2A9FAE867B88}" dt="2026-07-28T09:24:26.456" v="370" actId="1076"/>
          <ac:spMkLst>
            <pc:docMk/>
            <pc:sldMk cId="730242622" sldId="256"/>
            <ac:spMk id="141" creationId="{3F4B5DD4-0555-4663-B304-5CB39C57BDCB}"/>
          </ac:spMkLst>
        </pc:spChg>
        <pc:spChg chg="mod">
          <ac:chgData name="창현 박" userId="e4bc643093d14f32" providerId="LiveId" clId="{745359EF-2853-4AFE-A5A8-2A9FAE867B88}" dt="2026-07-28T09:54:10.738" v="480" actId="20577"/>
          <ac:spMkLst>
            <pc:docMk/>
            <pc:sldMk cId="730242622" sldId="256"/>
            <ac:spMk id="142" creationId="{B6551BE2-4BB8-4574-A4E7-A26DEC3DD0DE}"/>
          </ac:spMkLst>
        </pc:spChg>
        <pc:spChg chg="mod">
          <ac:chgData name="창현 박" userId="e4bc643093d14f32" providerId="LiveId" clId="{745359EF-2853-4AFE-A5A8-2A9FAE867B88}" dt="2026-07-28T09:51:57.107" v="446" actId="14100"/>
          <ac:spMkLst>
            <pc:docMk/>
            <pc:sldMk cId="730242622" sldId="256"/>
            <ac:spMk id="143" creationId="{E47F1AF5-3917-4CB9-A980-0F1B5CA607FB}"/>
          </ac:spMkLst>
        </pc:spChg>
        <pc:spChg chg="del mod">
          <ac:chgData name="창현 박" userId="e4bc643093d14f32" providerId="LiveId" clId="{745359EF-2853-4AFE-A5A8-2A9FAE867B88}" dt="2026-07-28T09:18:36.542" v="323" actId="478"/>
          <ac:spMkLst>
            <pc:docMk/>
            <pc:sldMk cId="730242622" sldId="256"/>
            <ac:spMk id="144" creationId="{D3CB36BE-33A2-46F3-BFD4-3C9EEAEDBE0F}"/>
          </ac:spMkLst>
        </pc:spChg>
        <pc:spChg chg="del">
          <ac:chgData name="창현 박" userId="e4bc643093d14f32" providerId="LiveId" clId="{745359EF-2853-4AFE-A5A8-2A9FAE867B88}" dt="2026-07-28T09:18:36.542" v="323" actId="478"/>
          <ac:spMkLst>
            <pc:docMk/>
            <pc:sldMk cId="730242622" sldId="256"/>
            <ac:spMk id="145" creationId="{008531B1-249E-480D-B971-96C828AB97EF}"/>
          </ac:spMkLst>
        </pc:spChg>
        <pc:spChg chg="del">
          <ac:chgData name="창현 박" userId="e4bc643093d14f32" providerId="LiveId" clId="{745359EF-2853-4AFE-A5A8-2A9FAE867B88}" dt="2026-07-28T09:18:36.542" v="323" actId="478"/>
          <ac:spMkLst>
            <pc:docMk/>
            <pc:sldMk cId="730242622" sldId="256"/>
            <ac:spMk id="146" creationId="{4254DB53-2D4E-4949-AFA7-4772F52C6AA0}"/>
          </ac:spMkLst>
        </pc:spChg>
        <pc:spChg chg="del">
          <ac:chgData name="창현 박" userId="e4bc643093d14f32" providerId="LiveId" clId="{745359EF-2853-4AFE-A5A8-2A9FAE867B88}" dt="2026-07-28T09:18:36.542" v="323" actId="478"/>
          <ac:spMkLst>
            <pc:docMk/>
            <pc:sldMk cId="730242622" sldId="256"/>
            <ac:spMk id="147" creationId="{76E58595-B505-421D-AB13-8631B66C5392}"/>
          </ac:spMkLst>
        </pc:spChg>
        <pc:spChg chg="del">
          <ac:chgData name="창현 박" userId="e4bc643093d14f32" providerId="LiveId" clId="{745359EF-2853-4AFE-A5A8-2A9FAE867B88}" dt="2026-07-28T09:18:36.542" v="323" actId="478"/>
          <ac:spMkLst>
            <pc:docMk/>
            <pc:sldMk cId="730242622" sldId="256"/>
            <ac:spMk id="148" creationId="{A16BB16B-D9BC-4D29-AAE3-8D4AA5B90318}"/>
          </ac:spMkLst>
        </pc:spChg>
        <pc:spChg chg="del">
          <ac:chgData name="창현 박" userId="e4bc643093d14f32" providerId="LiveId" clId="{745359EF-2853-4AFE-A5A8-2A9FAE867B88}" dt="2026-07-28T09:53:19.092" v="456" actId="478"/>
          <ac:spMkLst>
            <pc:docMk/>
            <pc:sldMk cId="730242622" sldId="256"/>
            <ac:spMk id="149" creationId="{DC3F62A5-3F51-4E3E-8238-34DBAAF0155F}"/>
          </ac:spMkLst>
        </pc:spChg>
        <pc:spChg chg="del">
          <ac:chgData name="창현 박" userId="e4bc643093d14f32" providerId="LiveId" clId="{745359EF-2853-4AFE-A5A8-2A9FAE867B88}" dt="2026-07-28T09:53:17.615" v="455" actId="478"/>
          <ac:spMkLst>
            <pc:docMk/>
            <pc:sldMk cId="730242622" sldId="256"/>
            <ac:spMk id="150" creationId="{DAC493ED-A318-4393-93F5-B77D2BA59B15}"/>
          </ac:spMkLst>
        </pc:spChg>
        <pc:spChg chg="mod">
          <ac:chgData name="창현 박" userId="e4bc643093d14f32" providerId="LiveId" clId="{745359EF-2853-4AFE-A5A8-2A9FAE867B88}" dt="2026-07-28T09:51:22.849" v="440" actId="34135"/>
          <ac:spMkLst>
            <pc:docMk/>
            <pc:sldMk cId="730242622" sldId="256"/>
            <ac:spMk id="151" creationId="{AEA05487-EC4E-432A-BD8C-76B2FCD01833}"/>
          </ac:spMkLst>
        </pc:spChg>
        <pc:spChg chg="mod">
          <ac:chgData name="창현 박" userId="e4bc643093d14f32" providerId="LiveId" clId="{745359EF-2853-4AFE-A5A8-2A9FAE867B88}" dt="2026-07-28T09:24:26.456" v="370" actId="1076"/>
          <ac:spMkLst>
            <pc:docMk/>
            <pc:sldMk cId="730242622" sldId="256"/>
            <ac:spMk id="154" creationId="{F5210E80-EF94-4C7E-8D3D-00D8356B5B4A}"/>
          </ac:spMkLst>
        </pc:spChg>
        <pc:spChg chg="mod">
          <ac:chgData name="창현 박" userId="e4bc643093d14f32" providerId="LiveId" clId="{745359EF-2853-4AFE-A5A8-2A9FAE867B88}" dt="2026-07-28T09:54:17.113" v="498" actId="20577"/>
          <ac:spMkLst>
            <pc:docMk/>
            <pc:sldMk cId="730242622" sldId="256"/>
            <ac:spMk id="155" creationId="{B8B75F3C-D082-42D9-8A29-090409B2008E}"/>
          </ac:spMkLst>
        </pc:spChg>
        <pc:spChg chg="mod">
          <ac:chgData name="창현 박" userId="e4bc643093d14f32" providerId="LiveId" clId="{745359EF-2853-4AFE-A5A8-2A9FAE867B88}" dt="2026-07-28T09:52:03.517" v="447" actId="14100"/>
          <ac:spMkLst>
            <pc:docMk/>
            <pc:sldMk cId="730242622" sldId="256"/>
            <ac:spMk id="156" creationId="{3A33E926-7A47-49B2-8DFE-5AFB48DE8535}"/>
          </ac:spMkLst>
        </pc:spChg>
        <pc:spChg chg="del">
          <ac:chgData name="창현 박" userId="e4bc643093d14f32" providerId="LiveId" clId="{745359EF-2853-4AFE-A5A8-2A9FAE867B88}" dt="2026-07-28T09:17:32.057" v="313" actId="478"/>
          <ac:spMkLst>
            <pc:docMk/>
            <pc:sldMk cId="730242622" sldId="256"/>
            <ac:spMk id="157" creationId="{F4220C0D-B417-42C8-8076-2252EE4AEFAB}"/>
          </ac:spMkLst>
        </pc:spChg>
        <pc:spChg chg="del">
          <ac:chgData name="창현 박" userId="e4bc643093d14f32" providerId="LiveId" clId="{745359EF-2853-4AFE-A5A8-2A9FAE867B88}" dt="2026-07-28T09:17:34.214" v="315" actId="478"/>
          <ac:spMkLst>
            <pc:docMk/>
            <pc:sldMk cId="730242622" sldId="256"/>
            <ac:spMk id="158" creationId="{6D363ABD-B691-42DB-B698-A78BD008B956}"/>
          </ac:spMkLst>
        </pc:spChg>
        <pc:spChg chg="del mod">
          <ac:chgData name="창현 박" userId="e4bc643093d14f32" providerId="LiveId" clId="{745359EF-2853-4AFE-A5A8-2A9FAE867B88}" dt="2026-07-28T09:17:33.545" v="314" actId="478"/>
          <ac:spMkLst>
            <pc:docMk/>
            <pc:sldMk cId="730242622" sldId="256"/>
            <ac:spMk id="159" creationId="{8625B01A-48C5-4010-B702-CEDA3521E239}"/>
          </ac:spMkLst>
        </pc:spChg>
        <pc:spChg chg="del mod">
          <ac:chgData name="창현 박" userId="e4bc643093d14f32" providerId="LiveId" clId="{745359EF-2853-4AFE-A5A8-2A9FAE867B88}" dt="2026-07-28T09:17:35.390" v="316" actId="478"/>
          <ac:spMkLst>
            <pc:docMk/>
            <pc:sldMk cId="730242622" sldId="256"/>
            <ac:spMk id="160" creationId="{902E7DEC-684D-4C2F-AD49-DFF18184F632}"/>
          </ac:spMkLst>
        </pc:spChg>
        <pc:spChg chg="del">
          <ac:chgData name="창현 박" userId="e4bc643093d14f32" providerId="LiveId" clId="{745359EF-2853-4AFE-A5A8-2A9FAE867B88}" dt="2026-07-28T09:17:37.049" v="317" actId="478"/>
          <ac:spMkLst>
            <pc:docMk/>
            <pc:sldMk cId="730242622" sldId="256"/>
            <ac:spMk id="161" creationId="{23836877-17D0-480B-AD9C-79DFFF5536F1}"/>
          </ac:spMkLst>
        </pc:spChg>
        <pc:spChg chg="del mod">
          <ac:chgData name="창현 박" userId="e4bc643093d14f32" providerId="LiveId" clId="{745359EF-2853-4AFE-A5A8-2A9FAE867B88}" dt="2026-07-28T09:53:21.048" v="457" actId="478"/>
          <ac:spMkLst>
            <pc:docMk/>
            <pc:sldMk cId="730242622" sldId="256"/>
            <ac:spMk id="162" creationId="{6267BAF5-1FF9-425E-A2C4-5F0DF8F9AC9C}"/>
          </ac:spMkLst>
        </pc:spChg>
        <pc:spChg chg="del">
          <ac:chgData name="창현 박" userId="e4bc643093d14f32" providerId="LiveId" clId="{745359EF-2853-4AFE-A5A8-2A9FAE867B88}" dt="2026-07-28T09:53:22.204" v="458" actId="478"/>
          <ac:spMkLst>
            <pc:docMk/>
            <pc:sldMk cId="730242622" sldId="256"/>
            <ac:spMk id="163" creationId="{1CB73BFC-E6B8-480C-9D01-B7A839A3ABF0}"/>
          </ac:spMkLst>
        </pc:spChg>
        <pc:spChg chg="del">
          <ac:chgData name="창현 박" userId="e4bc643093d14f32" providerId="LiveId" clId="{745359EF-2853-4AFE-A5A8-2A9FAE867B88}" dt="2026-07-28T08:30:31.548" v="9" actId="478"/>
          <ac:spMkLst>
            <pc:docMk/>
            <pc:sldMk cId="730242622" sldId="256"/>
            <ac:spMk id="164" creationId="{CA3BE4DB-3075-42AD-9029-308886AE2C8D}"/>
          </ac:spMkLst>
        </pc:spChg>
        <pc:spChg chg="del">
          <ac:chgData name="창현 박" userId="e4bc643093d14f32" providerId="LiveId" clId="{745359EF-2853-4AFE-A5A8-2A9FAE867B88}" dt="2026-07-28T08:30:37.679" v="10" actId="478"/>
          <ac:spMkLst>
            <pc:docMk/>
            <pc:sldMk cId="730242622" sldId="256"/>
            <ac:spMk id="165" creationId="{5A675502-A68C-46CC-9752-7943E18700E4}"/>
          </ac:spMkLst>
        </pc:spChg>
        <pc:picChg chg="add del">
          <ac:chgData name="창현 박" userId="e4bc643093d14f32" providerId="LiveId" clId="{745359EF-2853-4AFE-A5A8-2A9FAE867B88}" dt="2026-07-28T08:33:25.972" v="33" actId="478"/>
          <ac:picMkLst>
            <pc:docMk/>
            <pc:sldMk cId="730242622" sldId="256"/>
            <ac:picMk id="7" creationId="{AF4C2DD0-E778-9161-E3C2-A77CC27EC3E2}"/>
          </ac:picMkLst>
        </pc:picChg>
        <pc:picChg chg="add mod">
          <ac:chgData name="창현 박" userId="e4bc643093d14f32" providerId="LiveId" clId="{745359EF-2853-4AFE-A5A8-2A9FAE867B88}" dt="2026-07-28T09:52:24.410" v="449" actId="1076"/>
          <ac:picMkLst>
            <pc:docMk/>
            <pc:sldMk cId="730242622" sldId="256"/>
            <ac:picMk id="9" creationId="{53C33F61-9241-B905-F9E5-2462EBD12787}"/>
          </ac:picMkLst>
        </pc:picChg>
        <pc:picChg chg="add mod">
          <ac:chgData name="창현 박" userId="e4bc643093d14f32" providerId="LiveId" clId="{745359EF-2853-4AFE-A5A8-2A9FAE867B88}" dt="2026-07-28T09:52:24.410" v="449" actId="1076"/>
          <ac:picMkLst>
            <pc:docMk/>
            <pc:sldMk cId="730242622" sldId="256"/>
            <ac:picMk id="11" creationId="{0D30B084-D576-B58D-270E-06C084C9A432}"/>
          </ac:picMkLst>
        </pc:picChg>
        <pc:picChg chg="add mod">
          <ac:chgData name="창현 박" userId="e4bc643093d14f32" providerId="LiveId" clId="{745359EF-2853-4AFE-A5A8-2A9FAE867B88}" dt="2026-07-28T09:52:24.410" v="449" actId="1076"/>
          <ac:picMkLst>
            <pc:docMk/>
            <pc:sldMk cId="730242622" sldId="256"/>
            <ac:picMk id="12" creationId="{3CFF4009-F406-FBBE-6C98-A71397FF6D0D}"/>
          </ac:picMkLst>
        </pc:picChg>
        <pc:picChg chg="add mod">
          <ac:chgData name="창현 박" userId="e4bc643093d14f32" providerId="LiveId" clId="{745359EF-2853-4AFE-A5A8-2A9FAE867B88}" dt="2026-07-28T09:52:24.410" v="449" actId="1076"/>
          <ac:picMkLst>
            <pc:docMk/>
            <pc:sldMk cId="730242622" sldId="256"/>
            <ac:picMk id="21" creationId="{0A77FF6D-F500-EDA9-8185-EC9D2CCDD722}"/>
          </ac:picMkLst>
        </pc:picChg>
      </pc:sldChg>
      <pc:sldChg chg="add del">
        <pc:chgData name="창현 박" userId="e4bc643093d14f32" providerId="LiveId" clId="{745359EF-2853-4AFE-A5A8-2A9FAE867B88}" dt="2026-07-28T09:17:22.370" v="308" actId="2696"/>
        <pc:sldMkLst>
          <pc:docMk/>
          <pc:sldMk cId="723359428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https://github.com/pkchanghyun-pixel/hub/wiki/프로젝트-기획서-[자취생-요리-추천-웹페이지-서비스]</a:t>
            </a:r>
          </a:p>
          <a:p>
            <a:r>
              <a:t>- https://github.com/pkchanghyun-pixel/hub/blob/N091_박창현/README.md</a:t>
            </a:r>
          </a:p>
          <a:p>
            <a:r>
              <a:t>- https://github.com/pkchanghyun-pixel/hub/blob/N091_박창현/docs/DEMO_DAY_CORE_FLOW.md</a:t>
            </a:r>
          </a:p>
          <a:p>
            <a:r>
              <a:t>- C:/Users/pkcha/OneDrive/문서/AI agent challenge/hub-upload-worktree/backend/routes/ingredients.js</a:t>
            </a:r>
          </a:p>
          <a:p>
            <a:r>
              <a:t>- C:/Users/pkcha/OneDrive/문서/AI agent challenge/hub-upload-worktree/backend/routes/recommendations.js</a:t>
            </a:r>
          </a:p>
          <a:p>
            <a:r>
              <a:t>- C:/Users/pkcha/OneDrive/문서/AI agent challenge/hub-upload-worktree/backend/services/geminiRecommendations.js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6D0FAF3F-B25F-A3A2-9907-AA7E0CCCA5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6575" cy="2333625"/>
          </a:xfrm>
          <a:prstGeom prst="rect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FBD5E2-5619-75EB-8302-C2BFA996AE20}"/>
              </a:ext>
            </a:extLst>
          </p:cNvPr>
          <p:cNvSpPr>
            <a:spLocks noGrp="1"/>
          </p:cNvSpPr>
          <p:nvPr/>
        </p:nvSpPr>
        <p:spPr>
          <a:xfrm>
            <a:off x="609600" y="242888"/>
            <a:ext cx="552450" cy="66675"/>
          </a:xfrm>
          <a:prstGeom prst="rect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33E39D-9F18-0B87-7661-D193C1F2114F}"/>
              </a:ext>
            </a:extLst>
          </p:cNvPr>
          <p:cNvSpPr>
            <a:spLocks noGrp="1"/>
          </p:cNvSpPr>
          <p:nvPr/>
        </p:nvSpPr>
        <p:spPr>
          <a:xfrm>
            <a:off x="609600" y="433388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FFE7DC"/>
                </a:solidFill>
              </a:defRPr>
            </a:pPr>
            <a:r>
              <a:rPr sz="2025" b="1">
                <a:solidFill>
                  <a:srgbClr val="FFE7DC"/>
                </a:solidFill>
              </a:rPr>
              <a:t>자취생을 위한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991A68-9177-080F-1051-245EB6F09CB9}"/>
              </a:ext>
            </a:extLst>
          </p:cNvPr>
          <p:cNvSpPr>
            <a:spLocks noGrp="1"/>
          </p:cNvSpPr>
          <p:nvPr/>
        </p:nvSpPr>
        <p:spPr>
          <a:xfrm>
            <a:off x="609600" y="823913"/>
            <a:ext cx="6715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 dirty="0" err="1">
                <a:solidFill>
                  <a:srgbClr val="FFFFFF"/>
                </a:solidFill>
              </a:rPr>
              <a:t>있는대로</a:t>
            </a:r>
            <a:endParaRPr sz="4500" b="1" dirty="0">
              <a:solidFill>
                <a:srgbClr val="FFFFFF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71859D-876A-FCC4-8D76-A024643111B8}"/>
              </a:ext>
            </a:extLst>
          </p:cNvPr>
          <p:cNvSpPr>
            <a:spLocks noGrp="1"/>
          </p:cNvSpPr>
          <p:nvPr/>
        </p:nvSpPr>
        <p:spPr>
          <a:xfrm>
            <a:off x="609600" y="1709738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냉장고 속 재료로 지금 만들 수 있는 한 끼를 추천하는 웹 서비스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AF12BAB8-A800-D6AB-5BA3-8DFA5E3E9AC9}"/>
              </a:ext>
            </a:extLst>
          </p:cNvPr>
          <p:cNvSpPr>
            <a:spLocks noGrp="1"/>
          </p:cNvSpPr>
          <p:nvPr/>
        </p:nvSpPr>
        <p:spPr>
          <a:xfrm>
            <a:off x="609600" y="14145424"/>
            <a:ext cx="9477375" cy="514350"/>
          </a:xfrm>
          <a:prstGeom prst="roundRect">
            <a:avLst>
              <a:gd name="adj" fmla="val 22222"/>
            </a:avLst>
          </a:prstGeom>
          <a:solidFill>
            <a:srgbClr val="F7F0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14B23F5-93D3-610C-2DA8-51FFA0BF4BA2}"/>
              </a:ext>
            </a:extLst>
          </p:cNvPr>
          <p:cNvSpPr>
            <a:spLocks noGrp="1"/>
          </p:cNvSpPr>
          <p:nvPr/>
        </p:nvSpPr>
        <p:spPr>
          <a:xfrm>
            <a:off x="819150" y="14269249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0">
                <a:solidFill>
                  <a:srgbClr val="6D6A66"/>
                </a:solidFill>
              </a:defRPr>
            </a:pPr>
            <a:r>
              <a:rPr lang="en-US" altLang="ko-KR" sz="1400" b="1" dirty="0">
                <a:solidFill>
                  <a:srgbClr val="6D6A66"/>
                </a:solidFill>
              </a:rPr>
              <a:t>Frontend</a:t>
            </a:r>
            <a:r>
              <a:rPr lang="en-US" altLang="ko-KR" sz="1400" dirty="0">
                <a:solidFill>
                  <a:srgbClr val="6D6A66"/>
                </a:solidFill>
              </a:rPr>
              <a:t>  </a:t>
            </a:r>
            <a:r>
              <a:rPr lang="en-US" altLang="ko-KR" sz="1400" dirty="0" err="1">
                <a:solidFill>
                  <a:srgbClr val="6D6A66"/>
                </a:solidFill>
              </a:rPr>
              <a:t>React·Vite</a:t>
            </a:r>
            <a:r>
              <a:rPr lang="en-US" altLang="ko-KR" sz="1400" dirty="0">
                <a:solidFill>
                  <a:srgbClr val="6D6A66"/>
                </a:solidFill>
              </a:rPr>
              <a:t>   |   </a:t>
            </a:r>
            <a:r>
              <a:rPr lang="en-US" altLang="ko-KR" sz="1400" b="1" dirty="0">
                <a:solidFill>
                  <a:srgbClr val="6D6A66"/>
                </a:solidFill>
              </a:rPr>
              <a:t>Backend</a:t>
            </a:r>
            <a:r>
              <a:rPr lang="en-US" altLang="ko-KR" sz="1400" dirty="0">
                <a:solidFill>
                  <a:srgbClr val="6D6A66"/>
                </a:solidFill>
              </a:rPr>
              <a:t>  </a:t>
            </a:r>
            <a:r>
              <a:rPr lang="en-US" altLang="ko-KR" sz="1400" dirty="0" err="1">
                <a:solidFill>
                  <a:srgbClr val="6D6A66"/>
                </a:solidFill>
              </a:rPr>
              <a:t>Node.js·Express</a:t>
            </a:r>
            <a:r>
              <a:rPr lang="en-US" altLang="ko-KR" sz="1400" dirty="0">
                <a:solidFill>
                  <a:srgbClr val="6D6A66"/>
                </a:solidFill>
              </a:rPr>
              <a:t>   |   </a:t>
            </a:r>
            <a:r>
              <a:rPr lang="en-US" altLang="ko-KR" sz="1400" b="1" dirty="0">
                <a:solidFill>
                  <a:srgbClr val="6D6A66"/>
                </a:solidFill>
              </a:rPr>
              <a:t>Data</a:t>
            </a:r>
            <a:r>
              <a:rPr lang="en-US" altLang="ko-KR" sz="1400" dirty="0">
                <a:solidFill>
                  <a:srgbClr val="6D6A66"/>
                </a:solidFill>
              </a:rPr>
              <a:t>  </a:t>
            </a:r>
            <a:r>
              <a:rPr lang="en-US" altLang="ko-KR" sz="1400" dirty="0" err="1">
                <a:solidFill>
                  <a:srgbClr val="6D6A66"/>
                </a:solidFill>
              </a:rPr>
              <a:t>Supabase</a:t>
            </a:r>
            <a:r>
              <a:rPr lang="en-US" altLang="ko-KR" sz="1400" dirty="0">
                <a:solidFill>
                  <a:srgbClr val="6D6A66"/>
                </a:solidFill>
              </a:rPr>
              <a:t>   |   </a:t>
            </a:r>
            <a:r>
              <a:rPr lang="en-US" altLang="ko-KR" sz="1400" b="1" dirty="0">
                <a:solidFill>
                  <a:srgbClr val="6D6A66"/>
                </a:solidFill>
              </a:rPr>
              <a:t>AI</a:t>
            </a:r>
            <a:r>
              <a:rPr lang="en-US" altLang="ko-KR" sz="1400" dirty="0">
                <a:solidFill>
                  <a:srgbClr val="6D6A66"/>
                </a:solidFill>
              </a:rPr>
              <a:t>  Gemini   |   </a:t>
            </a:r>
            <a:r>
              <a:rPr lang="en-US" altLang="ko-KR" sz="1400" b="1" dirty="0">
                <a:solidFill>
                  <a:srgbClr val="6D6A66"/>
                </a:solidFill>
              </a:rPr>
              <a:t>Deploy</a:t>
            </a:r>
            <a:r>
              <a:rPr lang="en-US" altLang="ko-KR" sz="1400" dirty="0">
                <a:solidFill>
                  <a:srgbClr val="6D6A66"/>
                </a:solidFill>
              </a:rPr>
              <a:t>  </a:t>
            </a:r>
            <a:r>
              <a:rPr lang="en-US" altLang="ko-KR" sz="1400" dirty="0" err="1">
                <a:solidFill>
                  <a:srgbClr val="6D6A66"/>
                </a:solidFill>
              </a:rPr>
              <a:t>Vercel·Render</a:t>
            </a:r>
            <a:endParaRPr lang="en-US" altLang="ko-KR" sz="1400" dirty="0">
              <a:solidFill>
                <a:srgbClr val="6D6A66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9A196CF-A91B-8CC4-F775-0A2AC8C6F477}"/>
              </a:ext>
            </a:extLst>
          </p:cNvPr>
          <p:cNvSpPr>
            <a:spLocks noGrp="1"/>
          </p:cNvSpPr>
          <p:nvPr/>
        </p:nvSpPr>
        <p:spPr>
          <a:xfrm>
            <a:off x="609600" y="148018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6D6A66"/>
                </a:solidFill>
              </a:defRPr>
            </a:pPr>
            <a:r>
              <a:rPr sz="975" b="1" dirty="0">
                <a:solidFill>
                  <a:srgbClr val="6D6A66"/>
                </a:solidFill>
              </a:rPr>
              <a:t>N091_박창현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3C62EEC-511C-77DA-58A2-A796A94B07B1}"/>
              </a:ext>
            </a:extLst>
          </p:cNvPr>
          <p:cNvSpPr>
            <a:spLocks noGrp="1"/>
          </p:cNvSpPr>
          <p:nvPr/>
        </p:nvSpPr>
        <p:spPr>
          <a:xfrm>
            <a:off x="2714625" y="14801850"/>
            <a:ext cx="7372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6D6A66"/>
                </a:solidFill>
              </a:defRPr>
            </a:pPr>
            <a:endParaRPr sz="1050" b="0" dirty="0">
              <a:solidFill>
                <a:srgbClr val="6D6A66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2075DCC-2E84-4C9A-901D-E2E2BF1F96FC}"/>
              </a:ext>
            </a:extLst>
          </p:cNvPr>
          <p:cNvSpPr>
            <a:spLocks noGrp="1"/>
          </p:cNvSpPr>
          <p:nvPr/>
        </p:nvSpPr>
        <p:spPr>
          <a:xfrm>
            <a:off x="609600" y="2538412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A1C19"/>
                </a:solidFill>
              </a:defRPr>
            </a:pPr>
            <a:r>
              <a:rPr lang="ko-KR" altLang="en-US" sz="2550" b="1" dirty="0">
                <a:solidFill>
                  <a:srgbClr val="1A1C19"/>
                </a:solidFill>
              </a:rPr>
              <a:t>문제정의</a:t>
            </a:r>
            <a:endParaRPr sz="2550" b="1" dirty="0">
              <a:solidFill>
                <a:srgbClr val="1A1C19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B6E77CB-6822-41A1-AC48-4736D7755F15}"/>
              </a:ext>
            </a:extLst>
          </p:cNvPr>
          <p:cNvSpPr>
            <a:spLocks noGrp="1"/>
          </p:cNvSpPr>
          <p:nvPr/>
        </p:nvSpPr>
        <p:spPr>
          <a:xfrm>
            <a:off x="609600" y="3130748"/>
            <a:ext cx="6667500" cy="11049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D6A66"/>
                </a:solidFill>
              </a:defRPr>
            </a:pPr>
            <a:r>
              <a:rPr lang="ko-KR" altLang="en-US" sz="1350" dirty="0">
                <a:solidFill>
                  <a:srgbClr val="6D6A66"/>
                </a:solidFill>
              </a:rPr>
              <a:t>서비스 소개</a:t>
            </a:r>
            <a:endParaRPr sz="1350" b="0" dirty="0">
              <a:solidFill>
                <a:srgbClr val="6D6A66"/>
              </a:solidFill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954B2143-3D68-4504-A184-B7B1DEAA2AA0}"/>
              </a:ext>
            </a:extLst>
          </p:cNvPr>
          <p:cNvSpPr>
            <a:spLocks noGrp="1"/>
          </p:cNvSpPr>
          <p:nvPr/>
        </p:nvSpPr>
        <p:spPr>
          <a:xfrm>
            <a:off x="8362950" y="2617589"/>
            <a:ext cx="1724025" cy="1618060"/>
          </a:xfrm>
          <a:prstGeom prst="roundRect">
            <a:avLst>
              <a:gd name="adj" fmla="val 19355"/>
            </a:avLst>
          </a:prstGeom>
          <a:solidFill>
            <a:srgbClr val="D9E9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F3A161A-1517-44C9-8553-411FC3FCBD9E}"/>
              </a:ext>
            </a:extLst>
          </p:cNvPr>
          <p:cNvSpPr>
            <a:spLocks noGrp="1"/>
          </p:cNvSpPr>
          <p:nvPr/>
        </p:nvSpPr>
        <p:spPr>
          <a:xfrm>
            <a:off x="609600" y="4367213"/>
            <a:ext cx="9477375" cy="19050"/>
          </a:xfrm>
          <a:prstGeom prst="rect">
            <a:avLst/>
          </a:prstGeom>
          <a:solidFill>
            <a:srgbClr val="E7D8C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flow-arrow-down">
            <a:extLst>
              <a:ext uri="{FF2B5EF4-FFF2-40B4-BE49-F238E27FC236}">
                <a16:creationId xmlns:a16="http://schemas.microsoft.com/office/drawing/2014/main" id="{891EAAB7-0564-47BA-963C-30B207E8D2DA}"/>
              </a:ext>
            </a:extLst>
          </p:cNvPr>
          <p:cNvSpPr>
            <a:spLocks noGrp="1"/>
          </p:cNvSpPr>
          <p:nvPr/>
        </p:nvSpPr>
        <p:spPr>
          <a:xfrm>
            <a:off x="8815388" y="9478026"/>
            <a:ext cx="161925" cy="161925"/>
          </a:xfrm>
          <a:prstGeom prst="triangle">
            <a:avLst/>
          </a:prstGeom>
          <a:solidFill>
            <a:srgbClr val="E7D8C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87A2B8CF-9EB9-4EE0-9755-1739E70EE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" y="4591050"/>
            <a:ext cx="447675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7D8CE"/>
            </a:solidFill>
            <a:prstDash val="solid"/>
          </a:ln>
        </p:spPr>
        <p:txBody>
          <a:bodyPr/>
          <a:lstStyle/>
          <a:p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352214E-6990-4A6F-8685-EC88BE8AB22D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4476750" cy="76200"/>
          </a:xfrm>
          <a:prstGeom prst="rect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4254CF6-EDB1-4BEC-8488-3E6B321C4929}"/>
              </a:ext>
            </a:extLst>
          </p:cNvPr>
          <p:cNvSpPr>
            <a:spLocks noGrp="1"/>
          </p:cNvSpPr>
          <p:nvPr/>
        </p:nvSpPr>
        <p:spPr>
          <a:xfrm>
            <a:off x="819150" y="48196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FE7D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6751311-D113-4916-A6BE-FD27A50D3A21}"/>
              </a:ext>
            </a:extLst>
          </p:cNvPr>
          <p:cNvSpPr>
            <a:spLocks noGrp="1"/>
          </p:cNvSpPr>
          <p:nvPr/>
        </p:nvSpPr>
        <p:spPr>
          <a:xfrm>
            <a:off x="819150" y="49053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 dirty="0">
                <a:solidFill>
                  <a:srgbClr val="FF7E47"/>
                </a:solidFill>
              </a:rPr>
              <a:t>01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7FD730E-8835-4678-B0EE-B6B52EC07EF7}"/>
              </a:ext>
            </a:extLst>
          </p:cNvPr>
          <p:cNvSpPr>
            <a:spLocks noGrp="1"/>
          </p:cNvSpPr>
          <p:nvPr/>
        </p:nvSpPr>
        <p:spPr>
          <a:xfrm>
            <a:off x="1466850" y="4829175"/>
            <a:ext cx="3409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 dirty="0" err="1">
                <a:solidFill>
                  <a:srgbClr val="1A1C19"/>
                </a:solidFill>
              </a:rPr>
              <a:t>냉장고</a:t>
            </a:r>
            <a:r>
              <a:rPr sz="1875" b="1" dirty="0">
                <a:solidFill>
                  <a:srgbClr val="1A1C19"/>
                </a:solidFill>
              </a:rPr>
              <a:t> </a:t>
            </a:r>
            <a:r>
              <a:rPr sz="1875" b="1" dirty="0" err="1">
                <a:solidFill>
                  <a:srgbClr val="1A1C19"/>
                </a:solidFill>
              </a:rPr>
              <a:t>확인</a:t>
            </a:r>
            <a:endParaRPr sz="1875" b="1" dirty="0">
              <a:solidFill>
                <a:srgbClr val="1A1C19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B84CD2E-3838-481F-B1D2-F29487081319}"/>
              </a:ext>
            </a:extLst>
          </p:cNvPr>
          <p:cNvSpPr>
            <a:spLocks noGrp="1"/>
          </p:cNvSpPr>
          <p:nvPr/>
        </p:nvSpPr>
        <p:spPr>
          <a:xfrm>
            <a:off x="1466850" y="5162550"/>
            <a:ext cx="3409950" cy="238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 dirty="0" err="1">
                <a:solidFill>
                  <a:srgbClr val="6D6A66"/>
                </a:solidFill>
              </a:rPr>
              <a:t>보유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재료·수량·소비기한을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한눈에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확인</a:t>
            </a:r>
            <a:endParaRPr sz="1125" b="0" dirty="0">
              <a:solidFill>
                <a:srgbClr val="6D6A66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D8DAC673-C123-4A77-B387-DBAEFF860A9E}"/>
              </a:ext>
            </a:extLst>
          </p:cNvPr>
          <p:cNvSpPr>
            <a:spLocks noGrp="1"/>
          </p:cNvSpPr>
          <p:nvPr/>
        </p:nvSpPr>
        <p:spPr>
          <a:xfrm>
            <a:off x="818047" y="7952333"/>
            <a:ext cx="4057650" cy="101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050" b="0">
                <a:solidFill>
                  <a:srgbClr val="1A1C19"/>
                </a:solidFill>
              </a:defRPr>
            </a:pPr>
            <a:r>
              <a:rPr lang="ko-KR" altLang="en-US" sz="1050" b="1" dirty="0">
                <a:solidFill>
                  <a:srgbClr val="FF8149"/>
                </a:solidFill>
              </a:rPr>
              <a:t>화면</a:t>
            </a:r>
            <a:r>
              <a:rPr lang="ko-KR" altLang="en-US" sz="1050" dirty="0">
                <a:solidFill>
                  <a:srgbClr val="1A1C19"/>
                </a:solidFill>
              </a:rPr>
              <a:t> </a:t>
            </a:r>
            <a:r>
              <a:rPr lang="en-US" altLang="ko-KR" sz="1050" dirty="0">
                <a:solidFill>
                  <a:srgbClr val="1A1C19"/>
                </a:solidFill>
              </a:rPr>
              <a:t>GET /</a:t>
            </a:r>
            <a:r>
              <a:rPr lang="en-US" altLang="ko-KR" sz="1050" dirty="0" err="1">
                <a:solidFill>
                  <a:srgbClr val="1A1C19"/>
                </a:solidFill>
              </a:rPr>
              <a:t>api</a:t>
            </a:r>
            <a:r>
              <a:rPr lang="en-US" altLang="ko-KR" sz="1050" dirty="0">
                <a:solidFill>
                  <a:srgbClr val="1A1C19"/>
                </a:solidFill>
              </a:rPr>
              <a:t>/ingredients </a:t>
            </a:r>
            <a:r>
              <a:rPr lang="ko-KR" altLang="en-US" sz="1050" dirty="0">
                <a:solidFill>
                  <a:srgbClr val="1A1C19"/>
                </a:solidFill>
              </a:rPr>
              <a:t>요청</a:t>
            </a:r>
          </a:p>
          <a:p>
            <a:pPr>
              <a:lnSpc>
                <a:spcPct val="150000"/>
              </a:lnSpc>
              <a:defRPr sz="1050" b="0">
                <a:solidFill>
                  <a:srgbClr val="1A1C19"/>
                </a:solidFill>
              </a:defRPr>
            </a:pPr>
            <a:r>
              <a:rPr lang="ko-KR" altLang="en-US" sz="1050" b="1" dirty="0">
                <a:solidFill>
                  <a:srgbClr val="FF8149"/>
                </a:solidFill>
              </a:rPr>
              <a:t>서버</a:t>
            </a:r>
            <a:r>
              <a:rPr lang="ko-KR" altLang="en-US" sz="1050" dirty="0">
                <a:solidFill>
                  <a:srgbClr val="1A1C19"/>
                </a:solidFill>
              </a:rPr>
              <a:t>  재료 목록 조회</a:t>
            </a:r>
            <a:r>
              <a:rPr lang="en-US" altLang="ko-KR" sz="1050" dirty="0">
                <a:solidFill>
                  <a:srgbClr val="1A1C19"/>
                </a:solidFill>
              </a:rPr>
              <a:t>·</a:t>
            </a:r>
            <a:r>
              <a:rPr lang="ko-KR" altLang="en-US" sz="1050" dirty="0">
                <a:solidFill>
                  <a:srgbClr val="1A1C19"/>
                </a:solidFill>
              </a:rPr>
              <a:t>응답 처리</a:t>
            </a:r>
          </a:p>
          <a:p>
            <a:pPr>
              <a:lnSpc>
                <a:spcPct val="150000"/>
              </a:lnSpc>
              <a:defRPr sz="1050" b="0">
                <a:solidFill>
                  <a:srgbClr val="1A1C19"/>
                </a:solidFill>
              </a:defRPr>
            </a:pPr>
            <a:r>
              <a:rPr lang="en-US" altLang="ko-KR" sz="1050" b="1">
                <a:solidFill>
                  <a:srgbClr val="FF8149"/>
                </a:solidFill>
              </a:rPr>
              <a:t>DB</a:t>
            </a:r>
            <a:r>
              <a:rPr lang="en-US" altLang="ko-KR" sz="1050">
                <a:solidFill>
                  <a:srgbClr val="1A1C19"/>
                </a:solidFill>
              </a:rPr>
              <a:t>    </a:t>
            </a:r>
            <a:r>
              <a:rPr lang="en-US" altLang="ko-KR" sz="1050" dirty="0">
                <a:solidFill>
                  <a:srgbClr val="1A1C19"/>
                </a:solidFill>
              </a:rPr>
              <a:t>ingredients </a:t>
            </a:r>
            <a:r>
              <a:rPr lang="ko-KR" altLang="en-US" sz="1050" dirty="0">
                <a:solidFill>
                  <a:srgbClr val="1A1C19"/>
                </a:solidFill>
              </a:rPr>
              <a:t>테이블 최신순 조회</a:t>
            </a:r>
          </a:p>
          <a:p>
            <a:pPr>
              <a:lnSpc>
                <a:spcPct val="150000"/>
              </a:lnSpc>
              <a:defRPr sz="1050" b="0">
                <a:solidFill>
                  <a:srgbClr val="1A1C19"/>
                </a:solidFill>
              </a:defRPr>
            </a:pPr>
            <a:r>
              <a:rPr lang="ko-KR" altLang="en-US" sz="1050" b="1" dirty="0">
                <a:solidFill>
                  <a:srgbClr val="FF8149"/>
                </a:solidFill>
              </a:rPr>
              <a:t>화면</a:t>
            </a:r>
            <a:r>
              <a:rPr lang="ko-KR" altLang="en-US" sz="1050" dirty="0">
                <a:solidFill>
                  <a:srgbClr val="1A1C19"/>
                </a:solidFill>
              </a:rPr>
              <a:t>  단위</a:t>
            </a:r>
            <a:r>
              <a:rPr lang="en-US" altLang="ko-KR" sz="1050" dirty="0">
                <a:solidFill>
                  <a:srgbClr val="1A1C19"/>
                </a:solidFill>
              </a:rPr>
              <a:t>·D-Day </a:t>
            </a:r>
            <a:r>
              <a:rPr lang="ko-KR" altLang="en-US" sz="1050" dirty="0">
                <a:solidFill>
                  <a:srgbClr val="1A1C19"/>
                </a:solidFill>
              </a:rPr>
              <a:t>계산 후 필터</a:t>
            </a:r>
            <a:r>
              <a:rPr lang="en-US" altLang="ko-KR" sz="1050" dirty="0">
                <a:solidFill>
                  <a:srgbClr val="1A1C19"/>
                </a:solidFill>
              </a:rPr>
              <a:t>·</a:t>
            </a:r>
            <a:r>
              <a:rPr lang="ko-KR" altLang="en-US" sz="1050" dirty="0">
                <a:solidFill>
                  <a:srgbClr val="1A1C19"/>
                </a:solidFill>
              </a:rPr>
              <a:t>정렬</a:t>
            </a:r>
            <a:endParaRPr lang="en-US" altLang="ko-KR" sz="1050" b="0" dirty="0">
              <a:solidFill>
                <a:srgbClr val="1A1C19"/>
              </a:solidFill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4DC07BC9-A623-4A6B-A1FA-93EA6185BD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225" y="4591050"/>
            <a:ext cx="447675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7D8CE"/>
            </a:solidFill>
            <a:prstDash val="solid"/>
          </a:ln>
        </p:spPr>
        <p:txBody>
          <a:bodyPr/>
          <a:lstStyle/>
          <a:p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9A1B8AE-3D5F-4899-9E67-2C6E33D7950F}"/>
              </a:ext>
            </a:extLst>
          </p:cNvPr>
          <p:cNvSpPr>
            <a:spLocks noGrp="1"/>
          </p:cNvSpPr>
          <p:nvPr/>
        </p:nvSpPr>
        <p:spPr>
          <a:xfrm>
            <a:off x="5610225" y="4591050"/>
            <a:ext cx="4476750" cy="76200"/>
          </a:xfrm>
          <a:prstGeom prst="rect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EF4CFF9D-1156-43DC-B8B4-048BC01ED5ED}"/>
              </a:ext>
            </a:extLst>
          </p:cNvPr>
          <p:cNvSpPr>
            <a:spLocks noGrp="1"/>
          </p:cNvSpPr>
          <p:nvPr/>
        </p:nvSpPr>
        <p:spPr>
          <a:xfrm>
            <a:off x="5819775" y="48196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8F5E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8CB017D-1B32-42FB-A684-715739CAEE3E}"/>
              </a:ext>
            </a:extLst>
          </p:cNvPr>
          <p:cNvSpPr>
            <a:spLocks noGrp="1"/>
          </p:cNvSpPr>
          <p:nvPr/>
        </p:nvSpPr>
        <p:spPr>
          <a:xfrm>
            <a:off x="5819775" y="49053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02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2050C93-F87F-4EBB-AF0E-28D59A6489E2}"/>
              </a:ext>
            </a:extLst>
          </p:cNvPr>
          <p:cNvSpPr>
            <a:spLocks noGrp="1"/>
          </p:cNvSpPr>
          <p:nvPr/>
        </p:nvSpPr>
        <p:spPr>
          <a:xfrm>
            <a:off x="6467475" y="4829175"/>
            <a:ext cx="3409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AI 메뉴 추천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53CA373-C5C9-489A-B4F5-5EADAFE4D4CB}"/>
              </a:ext>
            </a:extLst>
          </p:cNvPr>
          <p:cNvSpPr>
            <a:spLocks noGrp="1"/>
          </p:cNvSpPr>
          <p:nvPr/>
        </p:nvSpPr>
        <p:spPr>
          <a:xfrm>
            <a:off x="6467475" y="5162550"/>
            <a:ext cx="3409950" cy="218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lang="ko-KR" altLang="en-US" sz="1125" b="0" dirty="0">
                <a:solidFill>
                  <a:srgbClr val="6D6A66"/>
                </a:solidFill>
              </a:rPr>
              <a:t>사용자 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상황을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반영해</a:t>
            </a:r>
            <a:r>
              <a:rPr sz="1125" b="0" dirty="0">
                <a:solidFill>
                  <a:srgbClr val="6D6A66"/>
                </a:solidFill>
              </a:rPr>
              <a:t> 1인분 </a:t>
            </a:r>
            <a:r>
              <a:rPr sz="1125" b="0" dirty="0" err="1">
                <a:solidFill>
                  <a:srgbClr val="6D6A66"/>
                </a:solidFill>
              </a:rPr>
              <a:t>메뉴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추천</a:t>
            </a:r>
            <a:endParaRPr sz="1125" b="0" dirty="0">
              <a:solidFill>
                <a:srgbClr val="6D6A66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5417ECF8-9343-40B4-B3BD-1FF0DB622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" y="9487551"/>
            <a:ext cx="447675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7D8CE"/>
            </a:solidFill>
            <a:prstDash val="solid"/>
          </a:ln>
        </p:spPr>
        <p:txBody>
          <a:bodyPr/>
          <a:lstStyle/>
          <a:p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EF57020-3428-41B3-A18F-E0834B5149AB}"/>
              </a:ext>
            </a:extLst>
          </p:cNvPr>
          <p:cNvSpPr>
            <a:spLocks noGrp="1"/>
          </p:cNvSpPr>
          <p:nvPr/>
        </p:nvSpPr>
        <p:spPr>
          <a:xfrm>
            <a:off x="609600" y="9487551"/>
            <a:ext cx="4476750" cy="76200"/>
          </a:xfrm>
          <a:prstGeom prst="rect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E0726466-317F-46F2-B50A-D606DE0B0A5D}"/>
              </a:ext>
            </a:extLst>
          </p:cNvPr>
          <p:cNvSpPr>
            <a:spLocks noGrp="1"/>
          </p:cNvSpPr>
          <p:nvPr/>
        </p:nvSpPr>
        <p:spPr>
          <a:xfrm>
            <a:off x="819150" y="9716151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8F5E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3F4B5DD4-0555-4663-B304-5CB39C57BDCB}"/>
              </a:ext>
            </a:extLst>
          </p:cNvPr>
          <p:cNvSpPr>
            <a:spLocks noGrp="1"/>
          </p:cNvSpPr>
          <p:nvPr/>
        </p:nvSpPr>
        <p:spPr>
          <a:xfrm>
            <a:off x="819150" y="9801876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04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B6551BE2-4BB8-4574-A4E7-A26DEC3DD0DE}"/>
              </a:ext>
            </a:extLst>
          </p:cNvPr>
          <p:cNvSpPr>
            <a:spLocks noGrp="1"/>
          </p:cNvSpPr>
          <p:nvPr/>
        </p:nvSpPr>
        <p:spPr>
          <a:xfrm>
            <a:off x="1466850" y="9725676"/>
            <a:ext cx="3409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 dirty="0" err="1">
                <a:solidFill>
                  <a:srgbClr val="1A1C19"/>
                </a:solidFill>
              </a:rPr>
              <a:t>요리</a:t>
            </a:r>
            <a:r>
              <a:rPr sz="1875" b="1" dirty="0">
                <a:solidFill>
                  <a:srgbClr val="1A1C19"/>
                </a:solidFill>
              </a:rPr>
              <a:t> </a:t>
            </a:r>
            <a:r>
              <a:rPr sz="1875" b="1" dirty="0" err="1">
                <a:solidFill>
                  <a:srgbClr val="1A1C19"/>
                </a:solidFill>
              </a:rPr>
              <a:t>완료</a:t>
            </a:r>
            <a:r>
              <a:rPr lang="en-US" sz="1875" b="1" dirty="0">
                <a:solidFill>
                  <a:srgbClr val="1A1C19"/>
                </a:solidFill>
              </a:rPr>
              <a:t> </a:t>
            </a:r>
            <a:r>
              <a:rPr lang="ko-KR" altLang="en-US" sz="1875" b="1" dirty="0">
                <a:solidFill>
                  <a:srgbClr val="1A1C19"/>
                </a:solidFill>
              </a:rPr>
              <a:t>선택</a:t>
            </a:r>
            <a:endParaRPr sz="1875" b="1" dirty="0">
              <a:solidFill>
                <a:srgbClr val="1A1C19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47F1AF5-3917-4CB9-A980-0F1B5CA607FB}"/>
              </a:ext>
            </a:extLst>
          </p:cNvPr>
          <p:cNvSpPr>
            <a:spLocks noGrp="1"/>
          </p:cNvSpPr>
          <p:nvPr/>
        </p:nvSpPr>
        <p:spPr>
          <a:xfrm>
            <a:off x="1466850" y="10059051"/>
            <a:ext cx="3409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 dirty="0" err="1">
                <a:solidFill>
                  <a:srgbClr val="6D6A66"/>
                </a:solidFill>
              </a:rPr>
              <a:t>사용한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재료를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차감해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다음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추천에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반영</a:t>
            </a:r>
            <a:endParaRPr sz="1125" b="0" dirty="0">
              <a:solidFill>
                <a:srgbClr val="6D6A66"/>
              </a:solidFill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EA05487-EC4E-432A-BD8C-76B2FCD018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0225" y="9487551"/>
            <a:ext cx="447675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7D8CE"/>
            </a:solidFill>
            <a:prstDash val="solid"/>
          </a:ln>
        </p:spPr>
        <p:txBody>
          <a:bodyPr/>
          <a:lstStyle/>
          <a:p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7BB6305B-CA0A-4FFF-9D45-08FA6FCF5AE6}"/>
              </a:ext>
            </a:extLst>
          </p:cNvPr>
          <p:cNvSpPr>
            <a:spLocks noGrp="1"/>
          </p:cNvSpPr>
          <p:nvPr/>
        </p:nvSpPr>
        <p:spPr>
          <a:xfrm>
            <a:off x="5610225" y="9487551"/>
            <a:ext cx="4476750" cy="76200"/>
          </a:xfrm>
          <a:prstGeom prst="rect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BE390897-F46D-4465-BF4C-E6FCFB645463}"/>
              </a:ext>
            </a:extLst>
          </p:cNvPr>
          <p:cNvSpPr>
            <a:spLocks noGrp="1"/>
          </p:cNvSpPr>
          <p:nvPr/>
        </p:nvSpPr>
        <p:spPr>
          <a:xfrm>
            <a:off x="5819775" y="9716151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FE7D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5210E80-EF94-4C7E-8D3D-00D8356B5B4A}"/>
              </a:ext>
            </a:extLst>
          </p:cNvPr>
          <p:cNvSpPr>
            <a:spLocks noGrp="1"/>
          </p:cNvSpPr>
          <p:nvPr/>
        </p:nvSpPr>
        <p:spPr>
          <a:xfrm>
            <a:off x="5819775" y="9801876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03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B8B75F3C-D082-42D9-8A29-090409B2008E}"/>
              </a:ext>
            </a:extLst>
          </p:cNvPr>
          <p:cNvSpPr>
            <a:spLocks noGrp="1"/>
          </p:cNvSpPr>
          <p:nvPr/>
        </p:nvSpPr>
        <p:spPr>
          <a:xfrm>
            <a:off x="6467475" y="9725676"/>
            <a:ext cx="3409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 dirty="0" err="1">
                <a:solidFill>
                  <a:srgbClr val="1A1C19"/>
                </a:solidFill>
              </a:rPr>
              <a:t>레시피</a:t>
            </a:r>
            <a:r>
              <a:rPr sz="1875" b="1" dirty="0">
                <a:solidFill>
                  <a:srgbClr val="1A1C19"/>
                </a:solidFill>
              </a:rPr>
              <a:t> </a:t>
            </a:r>
            <a:r>
              <a:rPr sz="1875" b="1" dirty="0" err="1">
                <a:solidFill>
                  <a:srgbClr val="1A1C19"/>
                </a:solidFill>
              </a:rPr>
              <a:t>상세</a:t>
            </a:r>
            <a:r>
              <a:rPr lang="en-US" sz="1875" b="1" dirty="0">
                <a:solidFill>
                  <a:srgbClr val="1A1C19"/>
                </a:solidFill>
              </a:rPr>
              <a:t> </a:t>
            </a:r>
            <a:r>
              <a:rPr lang="ko-KR" altLang="en-US" sz="1875" b="1" dirty="0">
                <a:solidFill>
                  <a:srgbClr val="1A1C19"/>
                </a:solidFill>
              </a:rPr>
              <a:t>정보</a:t>
            </a:r>
            <a:endParaRPr sz="1875" b="1" dirty="0">
              <a:solidFill>
                <a:srgbClr val="1A1C19"/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A33E926-7A47-49B2-8DFE-5AFB48DE8535}"/>
              </a:ext>
            </a:extLst>
          </p:cNvPr>
          <p:cNvSpPr>
            <a:spLocks noGrp="1"/>
          </p:cNvSpPr>
          <p:nvPr/>
        </p:nvSpPr>
        <p:spPr>
          <a:xfrm>
            <a:off x="6467475" y="10059051"/>
            <a:ext cx="3409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 dirty="0" err="1">
                <a:solidFill>
                  <a:srgbClr val="6D6A66"/>
                </a:solidFill>
              </a:rPr>
              <a:t>재료·수량·대체안·조리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순서를</a:t>
            </a:r>
            <a:r>
              <a:rPr sz="1125" b="0" dirty="0">
                <a:solidFill>
                  <a:srgbClr val="6D6A66"/>
                </a:solidFill>
              </a:rPr>
              <a:t> </a:t>
            </a:r>
            <a:r>
              <a:rPr sz="1125" b="0" dirty="0" err="1">
                <a:solidFill>
                  <a:srgbClr val="6D6A66"/>
                </a:solidFill>
              </a:rPr>
              <a:t>확인</a:t>
            </a:r>
            <a:endParaRPr sz="1125" b="0" dirty="0">
              <a:solidFill>
                <a:srgbClr val="6D6A66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C33F61-9241-B905-F9E5-2462EBD12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53" y="5495925"/>
            <a:ext cx="4055444" cy="2282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D30B084-D576-B58D-270E-06C084C9A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062" y="5494139"/>
            <a:ext cx="4055444" cy="2282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CFF4009-F406-FBBE-6C98-A71397FF6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062" y="10450143"/>
            <a:ext cx="4055444" cy="2282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B39D5B86-82EF-F976-7264-C796AC132453}"/>
              </a:ext>
            </a:extLst>
          </p:cNvPr>
          <p:cNvSpPr/>
          <p:nvPr/>
        </p:nvSpPr>
        <p:spPr>
          <a:xfrm rot="5400000">
            <a:off x="5184480" y="6357925"/>
            <a:ext cx="360000" cy="288000"/>
          </a:xfrm>
          <a:prstGeom prst="triangle">
            <a:avLst/>
          </a:prstGeom>
          <a:solidFill>
            <a:srgbClr val="E7D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18B2F85A-FE3A-EB85-EC0A-9FEF2E2F7254}"/>
              </a:ext>
            </a:extLst>
          </p:cNvPr>
          <p:cNvSpPr/>
          <p:nvPr/>
        </p:nvSpPr>
        <p:spPr>
          <a:xfrm rot="16200000">
            <a:off x="5168287" y="11581926"/>
            <a:ext cx="360000" cy="288000"/>
          </a:xfrm>
          <a:prstGeom prst="triangle">
            <a:avLst/>
          </a:prstGeom>
          <a:solidFill>
            <a:srgbClr val="E7D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564EC067-88B0-4BE3-2F20-75B49805FEA4}"/>
              </a:ext>
            </a:extLst>
          </p:cNvPr>
          <p:cNvSpPr/>
          <p:nvPr/>
        </p:nvSpPr>
        <p:spPr>
          <a:xfrm rot="10800000">
            <a:off x="7682887" y="9137639"/>
            <a:ext cx="360000" cy="288000"/>
          </a:xfrm>
          <a:prstGeom prst="triangle">
            <a:avLst/>
          </a:prstGeom>
          <a:solidFill>
            <a:srgbClr val="E7D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10CA046D-D963-6ACC-16CB-6C02B0AE3B05}"/>
              </a:ext>
            </a:extLst>
          </p:cNvPr>
          <p:cNvSpPr/>
          <p:nvPr/>
        </p:nvSpPr>
        <p:spPr>
          <a:xfrm>
            <a:off x="2534625" y="9133675"/>
            <a:ext cx="360000" cy="288000"/>
          </a:xfrm>
          <a:prstGeom prst="triangle">
            <a:avLst/>
          </a:prstGeom>
          <a:solidFill>
            <a:srgbClr val="E7D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A77FF6D-F500-EDA9-8185-EC9D2CCDD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0450143"/>
            <a:ext cx="4055444" cy="2282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BF283D-3D8C-A2A4-54FB-FF60E0DD6E46}"/>
              </a:ext>
            </a:extLst>
          </p:cNvPr>
          <p:cNvSpPr>
            <a:spLocks noGrp="1"/>
          </p:cNvSpPr>
          <p:nvPr/>
        </p:nvSpPr>
        <p:spPr>
          <a:xfrm>
            <a:off x="7610476" y="14797886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D6A66"/>
                </a:solidFill>
              </a:defRPr>
            </a:pPr>
            <a:r>
              <a:rPr lang="en-US" sz="975" b="1" dirty="0">
                <a:solidFill>
                  <a:srgbClr val="6D6A66"/>
                </a:solidFill>
              </a:rPr>
              <a:t>AI-Agent-Challenge</a:t>
            </a:r>
            <a:endParaRPr sz="975" b="1" dirty="0">
              <a:solidFill>
                <a:srgbClr val="6D6A66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2B89380-5AC0-4A3E-A4F4-2ECEC50F596A}"/>
              </a:ext>
            </a:extLst>
          </p:cNvPr>
          <p:cNvSpPr>
            <a:spLocks noGrp="1"/>
          </p:cNvSpPr>
          <p:nvPr/>
        </p:nvSpPr>
        <p:spPr>
          <a:xfrm>
            <a:off x="5819775" y="7948516"/>
            <a:ext cx="4057650" cy="101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ko-KR" altLang="ko-KR" sz="1050" dirty="0"/>
              <a:t>화면  POST /</a:t>
            </a:r>
            <a:r>
              <a:rPr lang="ko-KR" altLang="ko-KR" sz="1050" dirty="0" err="1"/>
              <a:t>api</a:t>
            </a:r>
            <a:r>
              <a:rPr lang="ko-KR" altLang="ko-KR" sz="1050" dirty="0"/>
              <a:t>/</a:t>
            </a:r>
            <a:r>
              <a:rPr lang="ko-KR" altLang="ko-KR" sz="1050" dirty="0" err="1"/>
              <a:t>recommendations</a:t>
            </a:r>
            <a:r>
              <a:rPr lang="ko-KR" altLang="ko-KR" sz="1050" dirty="0"/>
              <a:t> 요청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서버  추천 조건 </a:t>
            </a:r>
            <a:r>
              <a:rPr lang="ko-KR" altLang="ko-KR" sz="1050" dirty="0" err="1"/>
              <a:t>검증·재고</a:t>
            </a:r>
            <a:r>
              <a:rPr lang="ko-KR" altLang="ko-KR" sz="1050" dirty="0"/>
              <a:t> 우선순위 계산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DB·AI  캐시 조회 → </a:t>
            </a:r>
            <a:r>
              <a:rPr lang="ko-KR" altLang="ko-KR" sz="1050" dirty="0" err="1"/>
              <a:t>Gemini</a:t>
            </a:r>
            <a:r>
              <a:rPr lang="ko-KR" altLang="ko-KR" sz="1050" dirty="0"/>
              <a:t> JSON 생성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응답  정책 검증 후 1인분 메뉴 최대 3개 반환</a:t>
            </a:r>
          </a:p>
          <a:p>
            <a:pPr>
              <a:lnSpc>
                <a:spcPct val="150000"/>
              </a:lnSpc>
              <a:defRPr sz="1050" b="0">
                <a:solidFill>
                  <a:srgbClr val="1A1C19"/>
                </a:solidFill>
              </a:defRPr>
            </a:pPr>
            <a:endParaRPr lang="en-US" altLang="ko-KR" sz="1050" b="0" dirty="0">
              <a:solidFill>
                <a:srgbClr val="1A1C19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F9F453-AADB-97B5-9BC6-B6763BED00D1}"/>
              </a:ext>
            </a:extLst>
          </p:cNvPr>
          <p:cNvSpPr>
            <a:spLocks noGrp="1"/>
          </p:cNvSpPr>
          <p:nvPr/>
        </p:nvSpPr>
        <p:spPr>
          <a:xfrm>
            <a:off x="816944" y="12850612"/>
            <a:ext cx="4057650" cy="101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ko-KR" altLang="ko-KR" sz="1050" dirty="0"/>
              <a:t>화면  POST /</a:t>
            </a:r>
            <a:r>
              <a:rPr lang="ko-KR" altLang="ko-KR" sz="1050" dirty="0" err="1"/>
              <a:t>api</a:t>
            </a:r>
            <a:r>
              <a:rPr lang="ko-KR" altLang="ko-KR" sz="1050" dirty="0"/>
              <a:t>/</a:t>
            </a:r>
            <a:r>
              <a:rPr lang="ko-KR" altLang="ko-KR" sz="1050" dirty="0" err="1"/>
              <a:t>ingredients</a:t>
            </a:r>
            <a:r>
              <a:rPr lang="ko-KR" altLang="ko-KR" sz="1050" dirty="0"/>
              <a:t>/</a:t>
            </a:r>
            <a:r>
              <a:rPr lang="ko-KR" altLang="ko-KR" sz="1050" dirty="0" err="1"/>
              <a:t>consume</a:t>
            </a:r>
            <a:r>
              <a:rPr lang="ko-KR" altLang="ko-KR" sz="1050" dirty="0"/>
              <a:t> 요청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서버  사용 </a:t>
            </a:r>
            <a:r>
              <a:rPr lang="ko-KR" altLang="ko-KR" sz="1050" dirty="0" err="1"/>
              <a:t>수량·단위·보유량·충돌</a:t>
            </a:r>
            <a:r>
              <a:rPr lang="ko-KR" altLang="ko-KR" sz="1050" dirty="0"/>
              <a:t> 검증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DB    잔여 수량 UPDATE, 0이면 DELETE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갱신  재고 </a:t>
            </a:r>
            <a:r>
              <a:rPr lang="ko-KR" altLang="ko-KR" sz="1050" dirty="0" err="1"/>
              <a:t>재조회</a:t>
            </a:r>
            <a:r>
              <a:rPr lang="ko-KR" altLang="ko-KR" sz="1050" dirty="0"/>
              <a:t> 후 AI 추천 자동 반영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4BBE62-367A-A939-FB9A-E9B128974FAD}"/>
              </a:ext>
            </a:extLst>
          </p:cNvPr>
          <p:cNvSpPr>
            <a:spLocks noGrp="1"/>
          </p:cNvSpPr>
          <p:nvPr/>
        </p:nvSpPr>
        <p:spPr>
          <a:xfrm>
            <a:off x="5834062" y="12850612"/>
            <a:ext cx="4057650" cy="101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ko-KR" altLang="ko-KR" sz="1050" dirty="0"/>
              <a:t>선택  추천 카드의 </a:t>
            </a:r>
            <a:r>
              <a:rPr lang="ko-KR" altLang="ko-KR" sz="1050" dirty="0" err="1"/>
              <a:t>recipe</a:t>
            </a:r>
            <a:r>
              <a:rPr lang="ko-KR" altLang="ko-KR" sz="1050" dirty="0"/>
              <a:t> 객체 전달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상태  </a:t>
            </a:r>
            <a:r>
              <a:rPr lang="ko-KR" altLang="ko-KR" sz="1050" dirty="0" err="1"/>
              <a:t>React</a:t>
            </a:r>
            <a:r>
              <a:rPr lang="ko-KR" altLang="ko-KR" sz="1050" dirty="0"/>
              <a:t> </a:t>
            </a:r>
            <a:r>
              <a:rPr lang="ko-KR" altLang="ko-KR" sz="1050" dirty="0" err="1"/>
              <a:t>selectedRecipe에</a:t>
            </a:r>
            <a:r>
              <a:rPr lang="ko-KR" altLang="ko-KR" sz="1050" dirty="0"/>
              <a:t> 저장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전환  추가 API 호출 없이 상세 화면 표시</a:t>
            </a:r>
          </a:p>
          <a:p>
            <a:pPr>
              <a:lnSpc>
                <a:spcPct val="150000"/>
              </a:lnSpc>
            </a:pPr>
            <a:r>
              <a:rPr lang="ko-KR" altLang="ko-KR" sz="1050" dirty="0"/>
              <a:t>화면  </a:t>
            </a:r>
            <a:r>
              <a:rPr lang="ko-KR" altLang="ko-KR" sz="1050" dirty="0" err="1"/>
              <a:t>재료·대체안·조리</a:t>
            </a:r>
            <a:r>
              <a:rPr lang="ko-KR" altLang="ko-KR" sz="1050" dirty="0"/>
              <a:t> </a:t>
            </a:r>
            <a:r>
              <a:rPr lang="ko-KR" altLang="ko-KR" sz="1050" dirty="0" err="1"/>
              <a:t>순서·영양</a:t>
            </a:r>
            <a:r>
              <a:rPr lang="ko-KR" altLang="ko-KR" sz="1050" dirty="0"/>
              <a:t> 정보 구성</a:t>
            </a:r>
          </a:p>
        </p:txBody>
      </p:sp>
    </p:spTree>
    <p:extLst>
      <p:ext uri="{BB962C8B-B14F-4D97-AF65-F5344CB8AC3E}">
        <p14:creationId xmlns:p14="http://schemas.microsoft.com/office/powerpoint/2010/main" val="7302426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370</Words>
  <Application>Microsoft Office PowerPoint</Application>
  <DocSecurity>0</DocSecurity>
  <PresentationFormat>사용자 지정</PresentationFormat>
  <Paragraphs>44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박창현</cp:lastModifiedBy>
  <cp:revision>1</cp:revision>
  <dcterms:created xsi:type="dcterms:W3CDTF">2026-07-28T08:27:02Z</dcterms:created>
  <dcterms:modified xsi:type="dcterms:W3CDTF">2026-07-28T10:00:54Z</dcterms:modified>
</cp:coreProperties>
</file>