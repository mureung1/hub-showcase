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1E4B"/>
    <a:srgbClr val="FF7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CE58C-9A7A-409E-BE4C-9DED80557510}" v="13" dt="2026-07-24T04:01:56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창현 박" userId="e4bc643093d14f32" providerId="LiveId" clId="{745359EF-2853-4AFE-A5A8-2A9FAE867B88}"/>
    <pc:docChg chg="undo custSel addSld delSld modSld">
      <pc:chgData name="창현 박" userId="e4bc643093d14f32" providerId="LiveId" clId="{745359EF-2853-4AFE-A5A8-2A9FAE867B88}" dt="2026-07-24T04:11:51.347" v="1632" actId="2710"/>
      <pc:docMkLst>
        <pc:docMk/>
      </pc:docMkLst>
      <pc:sldChg chg="modSp mod">
        <pc:chgData name="창현 박" userId="e4bc643093d14f32" providerId="LiveId" clId="{745359EF-2853-4AFE-A5A8-2A9FAE867B88}" dt="2026-07-24T03:40:45.724" v="200" actId="1076"/>
        <pc:sldMkLst>
          <pc:docMk/>
          <pc:sldMk cId="1845886467" sldId="257"/>
        </pc:sldMkLst>
        <pc:spChg chg="mod">
          <ac:chgData name="창현 박" userId="e4bc643093d14f32" providerId="LiveId" clId="{745359EF-2853-4AFE-A5A8-2A9FAE867B88}" dt="2026-07-24T03:37:56.881" v="169" actId="255"/>
          <ac:spMkLst>
            <pc:docMk/>
            <pc:sldMk cId="1845886467" sldId="257"/>
            <ac:spMk id="3" creationId="{9160FFDE-661C-4ACD-BE5C-B6C630934DA3}"/>
          </ac:spMkLst>
        </pc:spChg>
        <pc:spChg chg="mod">
          <ac:chgData name="창현 박" userId="e4bc643093d14f32" providerId="LiveId" clId="{745359EF-2853-4AFE-A5A8-2A9FAE867B88}" dt="2026-07-24T03:37:47.990" v="168" actId="20577"/>
          <ac:spMkLst>
            <pc:docMk/>
            <pc:sldMk cId="1845886467" sldId="257"/>
            <ac:spMk id="4" creationId="{6995D5BB-C1E0-4F54-A945-E87E3D7FF6E5}"/>
          </ac:spMkLst>
        </pc:spChg>
        <pc:spChg chg="mod">
          <ac:chgData name="창현 박" userId="e4bc643093d14f32" providerId="LiveId" clId="{745359EF-2853-4AFE-A5A8-2A9FAE867B88}" dt="2026-07-24T03:38:06.460" v="174" actId="255"/>
          <ac:spMkLst>
            <pc:docMk/>
            <pc:sldMk cId="1845886467" sldId="257"/>
            <ac:spMk id="5" creationId="{0C49A124-C003-4F8E-9E12-36E9176737F6}"/>
          </ac:spMkLst>
        </pc:spChg>
        <pc:spChg chg="mod">
          <ac:chgData name="창현 박" userId="e4bc643093d14f32" providerId="LiveId" clId="{745359EF-2853-4AFE-A5A8-2A9FAE867B88}" dt="2026-07-24T03:38:16.251" v="176" actId="403"/>
          <ac:spMkLst>
            <pc:docMk/>
            <pc:sldMk cId="1845886467" sldId="257"/>
            <ac:spMk id="6" creationId="{08633A6C-0346-4A04-A5F0-063C6FCD77AE}"/>
          </ac:spMkLst>
        </pc:spChg>
        <pc:spChg chg="mod">
          <ac:chgData name="창현 박" userId="e4bc643093d14f32" providerId="LiveId" clId="{745359EF-2853-4AFE-A5A8-2A9FAE867B88}" dt="2026-07-24T03:36:30.429" v="131" actId="1076"/>
          <ac:spMkLst>
            <pc:docMk/>
            <pc:sldMk cId="1845886467" sldId="257"/>
            <ac:spMk id="7" creationId="{584E3146-5F6D-44EC-B128-F0C9A753AB25}"/>
          </ac:spMkLst>
        </pc:spChg>
        <pc:spChg chg="mod">
          <ac:chgData name="창현 박" userId="e4bc643093d14f32" providerId="LiveId" clId="{745359EF-2853-4AFE-A5A8-2A9FAE867B88}" dt="2026-07-24T03:36:30.429" v="131" actId="1076"/>
          <ac:spMkLst>
            <pc:docMk/>
            <pc:sldMk cId="1845886467" sldId="257"/>
            <ac:spMk id="8" creationId="{B2DAB2FE-0FBC-4828-AC1C-1E717C651760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9" creationId="{B3CB4DCE-D745-4687-A4F0-093F14361F9F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10" creationId="{EC8F2D55-5A36-4BF6-B2C1-672E42420DFA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11" creationId="{1A17494E-79EA-43CD-A773-C4092CB252EA}"/>
          </ac:spMkLst>
        </pc:spChg>
        <pc:spChg chg="mod">
          <ac:chgData name="창현 박" userId="e4bc643093d14f32" providerId="LiveId" clId="{745359EF-2853-4AFE-A5A8-2A9FAE867B88}" dt="2026-07-24T03:38:51.850" v="182" actId="14100"/>
          <ac:spMkLst>
            <pc:docMk/>
            <pc:sldMk cId="1845886467" sldId="257"/>
            <ac:spMk id="12" creationId="{55C418D2-CBB3-4950-91C7-2D2310720560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13" creationId="{E5A98C7C-762A-4B8C-BCCE-CE7491A4BA2F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15" creationId="{BC6BC72F-4D7D-4D64-A4B2-8AC9D3504600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16" creationId="{4686F19A-1484-493D-8E9C-F149A2D5AD79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17" creationId="{7CCAA9C8-1927-4CBA-BFA4-59C28D7AD075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18" creationId="{735677C6-EAD7-4DBE-B90B-B650058FDDB9}"/>
          </ac:spMkLst>
        </pc:spChg>
        <pc:spChg chg="mod">
          <ac:chgData name="창현 박" userId="e4bc643093d14f32" providerId="LiveId" clId="{745359EF-2853-4AFE-A5A8-2A9FAE867B88}" dt="2026-07-24T03:39:32.558" v="191" actId="1076"/>
          <ac:spMkLst>
            <pc:docMk/>
            <pc:sldMk cId="1845886467" sldId="257"/>
            <ac:spMk id="19" creationId="{56FD7C1E-37E6-4208-BC53-48BA601ED682}"/>
          </ac:spMkLst>
        </pc:spChg>
        <pc:spChg chg="mod">
          <ac:chgData name="창현 박" userId="e4bc643093d14f32" providerId="LiveId" clId="{745359EF-2853-4AFE-A5A8-2A9FAE867B88}" dt="2026-07-24T03:40:22.126" v="197" actId="113"/>
          <ac:spMkLst>
            <pc:docMk/>
            <pc:sldMk cId="1845886467" sldId="257"/>
            <ac:spMk id="20" creationId="{BE570B35-32BC-4134-89C9-90A5577D2E3A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21" creationId="{FC4163E1-2517-4587-879A-66A344536846}"/>
          </ac:spMkLst>
        </pc:spChg>
        <pc:spChg chg="mod">
          <ac:chgData name="창현 박" userId="e4bc643093d14f32" providerId="LiveId" clId="{745359EF-2853-4AFE-A5A8-2A9FAE867B88}" dt="2026-07-24T03:40:45.724" v="200" actId="1076"/>
          <ac:spMkLst>
            <pc:docMk/>
            <pc:sldMk cId="1845886467" sldId="257"/>
            <ac:spMk id="22" creationId="{31BC015E-085C-43A4-BCAE-611F6E44535A}"/>
          </ac:spMkLst>
        </pc:spChg>
      </pc:sldChg>
      <pc:sldChg chg="addSp delSp modSp mod modNotesTx">
        <pc:chgData name="창현 박" userId="e4bc643093d14f32" providerId="LiveId" clId="{745359EF-2853-4AFE-A5A8-2A9FAE867B88}" dt="2026-07-24T03:57:54.917" v="1304" actId="20577"/>
        <pc:sldMkLst>
          <pc:docMk/>
          <pc:sldMk cId="851615776" sldId="258"/>
        </pc:sldMkLst>
        <pc:spChg chg="mod">
          <ac:chgData name="창현 박" userId="e4bc643093d14f32" providerId="LiveId" clId="{745359EF-2853-4AFE-A5A8-2A9FAE867B88}" dt="2026-07-24T03:29:34.002" v="62" actId="20577"/>
          <ac:spMkLst>
            <pc:docMk/>
            <pc:sldMk cId="851615776" sldId="258"/>
            <ac:spMk id="2" creationId="{005162BB-EAF2-4526-9C62-868BDCA87385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7" creationId="{1B8975DB-5FBC-417F-8F05-2A63650FD106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9" creationId="{7889276F-666E-463D-A1E7-0CA33240F889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10" creationId="{23343576-A472-4141-AA51-E24F5BF5943C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11" creationId="{0CC4A7AB-C868-4BE4-AE51-184EF7B0EF99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12" creationId="{5E92242D-4BEE-4796-9E33-32A4782D1ACB}"/>
          </ac:spMkLst>
        </pc:spChg>
        <pc:spChg chg="del">
          <ac:chgData name="창현 박" userId="e4bc643093d14f32" providerId="LiveId" clId="{745359EF-2853-4AFE-A5A8-2A9FAE867B88}" dt="2026-07-24T03:28:07.508" v="4" actId="478"/>
          <ac:spMkLst>
            <pc:docMk/>
            <pc:sldMk cId="851615776" sldId="258"/>
            <ac:spMk id="13" creationId="{138576FF-3F2F-40AB-BA32-5541E52D9FA0}"/>
          </ac:spMkLst>
        </pc:spChg>
        <pc:spChg chg="del mod">
          <ac:chgData name="창현 박" userId="e4bc643093d14f32" providerId="LiveId" clId="{745359EF-2853-4AFE-A5A8-2A9FAE867B88}" dt="2026-07-24T03:28:06.889" v="3" actId="478"/>
          <ac:spMkLst>
            <pc:docMk/>
            <pc:sldMk cId="851615776" sldId="258"/>
            <ac:spMk id="15" creationId="{F7B3BDC9-6B40-464F-96CA-AA2839F1F7BE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17" creationId="{0844ECA9-384E-4706-A4BA-701265FF0847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19" creationId="{9889BD71-9FE1-4BBF-A9B1-E651592A07C1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20" creationId="{C113AE32-CCB5-41F5-9DB3-E62DEF085D15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21" creationId="{0A7418D8-76B8-4D27-9FBA-EAE12640F8C4}"/>
          </ac:spMkLst>
        </pc:spChg>
        <pc:spChg chg="del">
          <ac:chgData name="창현 박" userId="e4bc643093d14f32" providerId="LiveId" clId="{745359EF-2853-4AFE-A5A8-2A9FAE867B88}" dt="2026-07-24T03:28:09.407" v="5" actId="478"/>
          <ac:spMkLst>
            <pc:docMk/>
            <pc:sldMk cId="851615776" sldId="258"/>
            <ac:spMk id="22" creationId="{C66F79A3-49E7-4661-B1A7-188F743899FF}"/>
          </ac:spMkLst>
        </pc:spChg>
        <pc:spChg chg="del">
          <ac:chgData name="창현 박" userId="e4bc643093d14f32" providerId="LiveId" clId="{745359EF-2853-4AFE-A5A8-2A9FAE867B88}" dt="2026-07-24T03:27:57.219" v="0" actId="478"/>
          <ac:spMkLst>
            <pc:docMk/>
            <pc:sldMk cId="851615776" sldId="258"/>
            <ac:spMk id="23" creationId="{4CB091F7-2CE5-4C5C-9754-E095A2CABDB7}"/>
          </ac:spMkLst>
        </pc:spChg>
        <pc:spChg chg="del">
          <ac:chgData name="창현 박" userId="e4bc643093d14f32" providerId="LiveId" clId="{745359EF-2853-4AFE-A5A8-2A9FAE867B88}" dt="2026-07-24T03:28:00.280" v="1" actId="478"/>
          <ac:spMkLst>
            <pc:docMk/>
            <pc:sldMk cId="851615776" sldId="258"/>
            <ac:spMk id="26" creationId="{DCD43209-C46C-44B8-B3D5-40FD329D4325}"/>
          </ac:spMkLst>
        </pc:spChg>
        <pc:spChg chg="del">
          <ac:chgData name="창현 박" userId="e4bc643093d14f32" providerId="LiveId" clId="{745359EF-2853-4AFE-A5A8-2A9FAE867B88}" dt="2026-07-24T03:28:00.280" v="1" actId="478"/>
          <ac:spMkLst>
            <pc:docMk/>
            <pc:sldMk cId="851615776" sldId="258"/>
            <ac:spMk id="27" creationId="{5675379A-4CA9-40FD-919E-DC9B7C9CB192}"/>
          </ac:spMkLst>
        </pc:spChg>
        <pc:spChg chg="mod">
          <ac:chgData name="창현 박" userId="e4bc643093d14f32" providerId="LiveId" clId="{745359EF-2853-4AFE-A5A8-2A9FAE867B88}" dt="2026-07-24T03:29:00.520" v="14" actId="1076"/>
          <ac:spMkLst>
            <pc:docMk/>
            <pc:sldMk cId="851615776" sldId="258"/>
            <ac:spMk id="28" creationId="{1C3C9B54-2292-44F1-8D34-31D904024890}"/>
          </ac:spMkLst>
        </pc:spChg>
        <pc:picChg chg="add mod">
          <ac:chgData name="창현 박" userId="e4bc643093d14f32" providerId="LiveId" clId="{745359EF-2853-4AFE-A5A8-2A9FAE867B88}" dt="2026-07-24T03:29:05.770" v="16" actId="1076"/>
          <ac:picMkLst>
            <pc:docMk/>
            <pc:sldMk cId="851615776" sldId="258"/>
            <ac:picMk id="4" creationId="{E174C2F2-1CD6-D8B0-2F1D-C9C982A1D021}"/>
          </ac:picMkLst>
        </pc:picChg>
      </pc:sldChg>
      <pc:sldChg chg="addSp delSp modSp mod">
        <pc:chgData name="창현 박" userId="e4bc643093d14f32" providerId="LiveId" clId="{745359EF-2853-4AFE-A5A8-2A9FAE867B88}" dt="2026-07-24T04:09:35.744" v="1604" actId="1076"/>
        <pc:sldMkLst>
          <pc:docMk/>
          <pc:sldMk cId="76461232" sldId="259"/>
        </pc:sldMkLst>
        <pc:spChg chg="mod">
          <ac:chgData name="창현 박" userId="e4bc643093d14f32" providerId="LiveId" clId="{745359EF-2853-4AFE-A5A8-2A9FAE867B88}" dt="2026-07-24T04:04:07.513" v="1464" actId="1076"/>
          <ac:spMkLst>
            <pc:docMk/>
            <pc:sldMk cId="76461232" sldId="259"/>
            <ac:spMk id="3" creationId="{9F1EA25C-CA58-4767-AF3A-AC6AF316BA53}"/>
          </ac:spMkLst>
        </pc:spChg>
        <pc:spChg chg="del mod">
          <ac:chgData name="창현 박" userId="e4bc643093d14f32" providerId="LiveId" clId="{745359EF-2853-4AFE-A5A8-2A9FAE867B88}" dt="2026-07-24T03:59:20.438" v="1318" actId="478"/>
          <ac:spMkLst>
            <pc:docMk/>
            <pc:sldMk cId="76461232" sldId="259"/>
            <ac:spMk id="4" creationId="{F11213AB-D469-499F-B109-772D4B61742F}"/>
          </ac:spMkLst>
        </pc:spChg>
        <pc:spChg chg="del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5" creationId="{BCE29171-AB6A-42BC-A186-4C8E243EAF57}"/>
          </ac:spMkLst>
        </pc:spChg>
        <pc:spChg chg="mod">
          <ac:chgData name="창현 박" userId="e4bc643093d14f32" providerId="LiveId" clId="{745359EF-2853-4AFE-A5A8-2A9FAE867B88}" dt="2026-07-24T04:04:07.513" v="1464" actId="1076"/>
          <ac:spMkLst>
            <pc:docMk/>
            <pc:sldMk cId="76461232" sldId="259"/>
            <ac:spMk id="6" creationId="{F270C2E8-D1E5-4094-A2FC-35CBC45B3D69}"/>
          </ac:spMkLst>
        </pc:spChg>
        <pc:spChg chg="del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7" creationId="{32AB86D8-064B-4DC4-90C1-AD4FAACCEDE2}"/>
          </ac:spMkLst>
        </pc:spChg>
        <pc:spChg chg="del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8" creationId="{BB06ED51-5014-4DB1-A2AF-94540E42F208}"/>
          </ac:spMkLst>
        </pc:spChg>
        <pc:spChg chg="mod">
          <ac:chgData name="창현 박" userId="e4bc643093d14f32" providerId="LiveId" clId="{745359EF-2853-4AFE-A5A8-2A9FAE867B88}" dt="2026-07-24T04:04:07.513" v="1464" actId="1076"/>
          <ac:spMkLst>
            <pc:docMk/>
            <pc:sldMk cId="76461232" sldId="259"/>
            <ac:spMk id="9" creationId="{52AC691C-A3D5-4BD3-987B-3FA95E7DD02D}"/>
          </ac:spMkLst>
        </pc:spChg>
        <pc:spChg chg="del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10" creationId="{36657287-1EC5-4117-B470-557945BF5297}"/>
          </ac:spMkLst>
        </pc:spChg>
        <pc:spChg chg="del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11" creationId="{A744A740-FA73-4235-81BA-59CC3204B00A}"/>
          </ac:spMkLst>
        </pc:spChg>
        <pc:spChg chg="del mod">
          <ac:chgData name="창현 박" userId="e4bc643093d14f32" providerId="LiveId" clId="{745359EF-2853-4AFE-A5A8-2A9FAE867B88}" dt="2026-07-24T03:44:00.608" v="349" actId="478"/>
          <ac:spMkLst>
            <pc:docMk/>
            <pc:sldMk cId="76461232" sldId="259"/>
            <ac:spMk id="12" creationId="{C7AB7A40-4268-48B4-9E27-B312ED1C9C24}"/>
          </ac:spMkLst>
        </pc:spChg>
        <pc:spChg chg="mod">
          <ac:chgData name="창현 박" userId="e4bc643093d14f32" providerId="LiveId" clId="{745359EF-2853-4AFE-A5A8-2A9FAE867B88}" dt="2026-07-24T03:43:58.924" v="348" actId="6549"/>
          <ac:spMkLst>
            <pc:docMk/>
            <pc:sldMk cId="76461232" sldId="259"/>
            <ac:spMk id="13" creationId="{021FABF0-1A32-4021-AA07-C74852A1B175}"/>
          </ac:spMkLst>
        </pc:spChg>
        <pc:spChg chg="del">
          <ac:chgData name="창현 박" userId="e4bc643093d14f32" providerId="LiveId" clId="{745359EF-2853-4AFE-A5A8-2A9FAE867B88}" dt="2026-07-24T03:49:08.881" v="785" actId="478"/>
          <ac:spMkLst>
            <pc:docMk/>
            <pc:sldMk cId="76461232" sldId="259"/>
            <ac:spMk id="14" creationId="{8CBDDDA0-A025-4EC3-AFED-2B87BAF50CDF}"/>
          </ac:spMkLst>
        </pc:spChg>
        <pc:spChg chg="del">
          <ac:chgData name="창현 박" userId="e4bc643093d14f32" providerId="LiveId" clId="{745359EF-2853-4AFE-A5A8-2A9FAE867B88}" dt="2026-07-24T03:49:10.388" v="786" actId="478"/>
          <ac:spMkLst>
            <pc:docMk/>
            <pc:sldMk cId="76461232" sldId="259"/>
            <ac:spMk id="15" creationId="{D29E0A81-5B3A-43CC-955B-E9F8574B7ED9}"/>
          </ac:spMkLst>
        </pc:spChg>
        <pc:spChg chg="del">
          <ac:chgData name="창현 박" userId="e4bc643093d14f32" providerId="LiveId" clId="{745359EF-2853-4AFE-A5A8-2A9FAE867B88}" dt="2026-07-24T03:49:13.138" v="787" actId="478"/>
          <ac:spMkLst>
            <pc:docMk/>
            <pc:sldMk cId="76461232" sldId="259"/>
            <ac:spMk id="16" creationId="{5B954566-E190-491A-8145-4074A06D1A9C}"/>
          </ac:spMkLst>
        </pc:spChg>
        <pc:spChg chg="del">
          <ac:chgData name="창현 박" userId="e4bc643093d14f32" providerId="LiveId" clId="{745359EF-2853-4AFE-A5A8-2A9FAE867B88}" dt="2026-07-24T03:49:14.423" v="788" actId="478"/>
          <ac:spMkLst>
            <pc:docMk/>
            <pc:sldMk cId="76461232" sldId="259"/>
            <ac:spMk id="17" creationId="{0F22993F-AE17-4430-8298-3AD8E5DDC40C}"/>
          </ac:spMkLst>
        </pc:spChg>
        <pc:spChg chg="add mod">
          <ac:chgData name="창현 박" userId="e4bc643093d14f32" providerId="LiveId" clId="{745359EF-2853-4AFE-A5A8-2A9FAE867B88}" dt="2026-07-24T04:05:09.506" v="1472" actId="1076"/>
          <ac:spMkLst>
            <pc:docMk/>
            <pc:sldMk cId="76461232" sldId="259"/>
            <ac:spMk id="20" creationId="{86B078E6-7AA7-AF98-17C0-B094A15BE613}"/>
          </ac:spMkLst>
        </pc:spChg>
        <pc:spChg chg="add del mod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22" creationId="{844743D6-F129-3FDB-7093-D59F908B20D4}"/>
          </ac:spMkLst>
        </pc:spChg>
        <pc:spChg chg="add del mod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25" creationId="{FEF6E791-D558-4604-2D01-241CD3081543}"/>
          </ac:spMkLst>
        </pc:spChg>
        <pc:spChg chg="add del mod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27" creationId="{6DF9B499-C71B-A4BF-2209-127220A7FBEC}"/>
          </ac:spMkLst>
        </pc:spChg>
        <pc:spChg chg="add del mod">
          <ac:chgData name="창현 박" userId="e4bc643093d14f32" providerId="LiveId" clId="{745359EF-2853-4AFE-A5A8-2A9FAE867B88}" dt="2026-07-24T03:59:18.827" v="1317" actId="478"/>
          <ac:spMkLst>
            <pc:docMk/>
            <pc:sldMk cId="76461232" sldId="259"/>
            <ac:spMk id="29" creationId="{BDE01529-9751-C075-2BFC-6E9BC89311D9}"/>
          </ac:spMkLst>
        </pc:spChg>
        <pc:spChg chg="add mod">
          <ac:chgData name="창현 박" userId="e4bc643093d14f32" providerId="LiveId" clId="{745359EF-2853-4AFE-A5A8-2A9FAE867B88}" dt="2026-07-24T04:04:07.513" v="1464" actId="1076"/>
          <ac:spMkLst>
            <pc:docMk/>
            <pc:sldMk cId="76461232" sldId="259"/>
            <ac:spMk id="31" creationId="{AE11C56A-FB62-C92B-BA14-853FD20ADA52}"/>
          </ac:spMkLst>
        </pc:spChg>
        <pc:picChg chg="add mod modCrop">
          <ac:chgData name="창현 박" userId="e4bc643093d14f32" providerId="LiveId" clId="{745359EF-2853-4AFE-A5A8-2A9FAE867B88}" dt="2026-07-24T04:09:35.744" v="1604" actId="1076"/>
          <ac:picMkLst>
            <pc:docMk/>
            <pc:sldMk cId="76461232" sldId="259"/>
            <ac:picMk id="33" creationId="{A90ED828-4EAC-52F1-BA42-775D45AB42D3}"/>
          </ac:picMkLst>
        </pc:picChg>
        <pc:picChg chg="add mod">
          <ac:chgData name="창현 박" userId="e4bc643093d14f32" providerId="LiveId" clId="{745359EF-2853-4AFE-A5A8-2A9FAE867B88}" dt="2026-07-24T04:08:59.903" v="1596" actId="2085"/>
          <ac:picMkLst>
            <pc:docMk/>
            <pc:sldMk cId="76461232" sldId="259"/>
            <ac:picMk id="35" creationId="{96ABDFAB-40B8-7E7B-6A26-B9C79C97C526}"/>
          </ac:picMkLst>
        </pc:picChg>
        <pc:picChg chg="del">
          <ac:chgData name="창현 박" userId="e4bc643093d14f32" providerId="LiveId" clId="{745359EF-2853-4AFE-A5A8-2A9FAE867B88}" dt="2026-07-24T03:35:12.460" v="63" actId="478"/>
          <ac:picMkLst>
            <pc:docMk/>
            <pc:sldMk cId="76461232" sldId="259"/>
            <ac:picMk id="42" creationId="{00000000-0000-0000-0000-000000000000}"/>
          </ac:picMkLst>
        </pc:picChg>
        <pc:picChg chg="del">
          <ac:chgData name="창현 박" userId="e4bc643093d14f32" providerId="LiveId" clId="{745359EF-2853-4AFE-A5A8-2A9FAE867B88}" dt="2026-07-24T03:35:32.642" v="67" actId="478"/>
          <ac:picMkLst>
            <pc:docMk/>
            <pc:sldMk cId="76461232" sldId="259"/>
            <ac:picMk id="43" creationId="{00000000-0000-0000-0000-000000000000}"/>
          </ac:picMkLst>
        </pc:picChg>
        <pc:picChg chg="del">
          <ac:chgData name="창현 박" userId="e4bc643093d14f32" providerId="LiveId" clId="{745359EF-2853-4AFE-A5A8-2A9FAE867B88}" dt="2026-07-24T03:35:34.838" v="68" actId="478"/>
          <ac:picMkLst>
            <pc:docMk/>
            <pc:sldMk cId="76461232" sldId="259"/>
            <ac:picMk id="44" creationId="{00000000-0000-0000-0000-000000000000}"/>
          </ac:picMkLst>
        </pc:picChg>
      </pc:sldChg>
      <pc:sldChg chg="modSp mod">
        <pc:chgData name="창현 박" userId="e4bc643093d14f32" providerId="LiveId" clId="{745359EF-2853-4AFE-A5A8-2A9FAE867B88}" dt="2026-07-24T03:59:41.238" v="1324" actId="20577"/>
        <pc:sldMkLst>
          <pc:docMk/>
          <pc:sldMk cId="1486855644" sldId="260"/>
        </pc:sldMkLst>
        <pc:spChg chg="mod">
          <ac:chgData name="창현 박" userId="e4bc643093d14f32" providerId="LiveId" clId="{745359EF-2853-4AFE-A5A8-2A9FAE867B88}" dt="2026-07-24T03:46:19.092" v="497" actId="20577"/>
          <ac:spMkLst>
            <pc:docMk/>
            <pc:sldMk cId="1486855644" sldId="260"/>
            <ac:spMk id="8" creationId="{B121086B-E600-4018-9D6A-72B3E026D930}"/>
          </ac:spMkLst>
        </pc:spChg>
        <pc:spChg chg="mod">
          <ac:chgData name="창현 박" userId="e4bc643093d14f32" providerId="LiveId" clId="{745359EF-2853-4AFE-A5A8-2A9FAE867B88}" dt="2026-07-24T03:46:41.345" v="588" actId="20577"/>
          <ac:spMkLst>
            <pc:docMk/>
            <pc:sldMk cId="1486855644" sldId="260"/>
            <ac:spMk id="14" creationId="{FCA67891-F43C-4EBF-BF27-9F41406BC431}"/>
          </ac:spMkLst>
        </pc:spChg>
        <pc:spChg chg="mod">
          <ac:chgData name="창현 박" userId="e4bc643093d14f32" providerId="LiveId" clId="{745359EF-2853-4AFE-A5A8-2A9FAE867B88}" dt="2026-07-24T03:51:43.780" v="1029" actId="20577"/>
          <ac:spMkLst>
            <pc:docMk/>
            <pc:sldMk cId="1486855644" sldId="260"/>
            <ac:spMk id="15" creationId="{E2C85A40-9ACD-4D10-A925-BA59663777A6}"/>
          </ac:spMkLst>
        </pc:spChg>
        <pc:spChg chg="mod">
          <ac:chgData name="창현 박" userId="e4bc643093d14f32" providerId="LiveId" clId="{745359EF-2853-4AFE-A5A8-2A9FAE867B88}" dt="2026-07-24T03:51:53.583" v="1076" actId="20577"/>
          <ac:spMkLst>
            <pc:docMk/>
            <pc:sldMk cId="1486855644" sldId="260"/>
            <ac:spMk id="17" creationId="{086DA6A5-95DA-4833-8292-786A75530B6E}"/>
          </ac:spMkLst>
        </pc:spChg>
        <pc:spChg chg="mod">
          <ac:chgData name="창현 박" userId="e4bc643093d14f32" providerId="LiveId" clId="{745359EF-2853-4AFE-A5A8-2A9FAE867B88}" dt="2026-07-24T03:51:02.672" v="900" actId="20577"/>
          <ac:spMkLst>
            <pc:docMk/>
            <pc:sldMk cId="1486855644" sldId="260"/>
            <ac:spMk id="21" creationId="{1EEB3239-DCB7-4B69-BBEF-52DB7BC57673}"/>
          </ac:spMkLst>
        </pc:spChg>
        <pc:spChg chg="mod">
          <ac:chgData name="창현 박" userId="e4bc643093d14f32" providerId="LiveId" clId="{745359EF-2853-4AFE-A5A8-2A9FAE867B88}" dt="2026-07-24T03:47:17.150" v="630" actId="20577"/>
          <ac:spMkLst>
            <pc:docMk/>
            <pc:sldMk cId="1486855644" sldId="260"/>
            <ac:spMk id="23" creationId="{1E2DEF6C-4751-431B-AD41-54082D85DB78}"/>
          </ac:spMkLst>
        </pc:spChg>
        <pc:spChg chg="mod">
          <ac:chgData name="창현 박" userId="e4bc643093d14f32" providerId="LiveId" clId="{745359EF-2853-4AFE-A5A8-2A9FAE867B88}" dt="2026-07-24T03:59:41.238" v="1324" actId="20577"/>
          <ac:spMkLst>
            <pc:docMk/>
            <pc:sldMk cId="1486855644" sldId="260"/>
            <ac:spMk id="27" creationId="{5F356E12-2F83-4F6D-A1A7-C5529037DE40}"/>
          </ac:spMkLst>
        </pc:spChg>
      </pc:sldChg>
      <pc:sldChg chg="add del setBg">
        <pc:chgData name="창현 박" userId="e4bc643093d14f32" providerId="LiveId" clId="{745359EF-2853-4AFE-A5A8-2A9FAE867B88}" dt="2026-07-24T03:53:40.023" v="1081" actId="47"/>
        <pc:sldMkLst>
          <pc:docMk/>
          <pc:sldMk cId="2828621000" sldId="261"/>
        </pc:sldMkLst>
      </pc:sldChg>
      <pc:sldChg chg="add del setBg">
        <pc:chgData name="창현 박" userId="e4bc643093d14f32" providerId="LiveId" clId="{745359EF-2853-4AFE-A5A8-2A9FAE867B88}" dt="2026-07-24T03:53:40.023" v="1081" actId="47"/>
        <pc:sldMkLst>
          <pc:docMk/>
          <pc:sldMk cId="1464925720" sldId="262"/>
        </pc:sldMkLst>
      </pc:sldChg>
      <pc:sldChg chg="addSp delSp modSp add mod">
        <pc:chgData name="창현 박" userId="e4bc643093d14f32" providerId="LiveId" clId="{745359EF-2853-4AFE-A5A8-2A9FAE867B88}" dt="2026-07-24T04:11:45.310" v="1631" actId="1076"/>
        <pc:sldMkLst>
          <pc:docMk/>
          <pc:sldMk cId="4261885095" sldId="263"/>
        </pc:sldMkLst>
        <pc:spChg chg="mod">
          <ac:chgData name="창현 박" userId="e4bc643093d14f32" providerId="LiveId" clId="{745359EF-2853-4AFE-A5A8-2A9FAE867B88}" dt="2026-07-24T04:06:52.602" v="1492" actId="1076"/>
          <ac:spMkLst>
            <pc:docMk/>
            <pc:sldMk cId="4261885095" sldId="263"/>
            <ac:spMk id="3" creationId="{2F249DF9-3768-D481-A71F-279D3746AF86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4" creationId="{9099431B-8269-6553-A931-2B6CE4DCD6ED}"/>
          </ac:spMkLst>
        </pc:spChg>
        <pc:spChg chg="del">
          <ac:chgData name="창현 박" userId="e4bc643093d14f32" providerId="LiveId" clId="{745359EF-2853-4AFE-A5A8-2A9FAE867B88}" dt="2026-07-24T03:58:43.078" v="1309" actId="478"/>
          <ac:spMkLst>
            <pc:docMk/>
            <pc:sldMk cId="4261885095" sldId="263"/>
            <ac:spMk id="5" creationId="{58FA71C2-15C4-AD99-7500-E8A9CC562C29}"/>
          </ac:spMkLst>
        </pc:spChg>
        <pc:spChg chg="mod">
          <ac:chgData name="창현 박" userId="e4bc643093d14f32" providerId="LiveId" clId="{745359EF-2853-4AFE-A5A8-2A9FAE867B88}" dt="2026-07-24T04:06:52.602" v="1492" actId="1076"/>
          <ac:spMkLst>
            <pc:docMk/>
            <pc:sldMk cId="4261885095" sldId="263"/>
            <ac:spMk id="6" creationId="{D2571A5A-41DC-734C-68DB-008833FE0CF6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7" creationId="{572020E0-3DDF-23D9-E65A-1318D521F5FD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8" creationId="{E20C04FB-E532-113D-D2CE-E6ADAC59E398}"/>
          </ac:spMkLst>
        </pc:spChg>
        <pc:spChg chg="mod">
          <ac:chgData name="창현 박" userId="e4bc643093d14f32" providerId="LiveId" clId="{745359EF-2853-4AFE-A5A8-2A9FAE867B88}" dt="2026-07-24T04:06:52.602" v="1492" actId="1076"/>
          <ac:spMkLst>
            <pc:docMk/>
            <pc:sldMk cId="4261885095" sldId="263"/>
            <ac:spMk id="9" creationId="{E65171F4-5769-07C3-8005-6672C9BD1660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10" creationId="{A5891A97-B47C-797B-9116-A488DDB5A003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11" creationId="{7AA2A165-ED37-D23E-AE8F-4D73F8C2AB44}"/>
          </ac:spMkLst>
        </pc:spChg>
        <pc:spChg chg="add mod">
          <ac:chgData name="창현 박" userId="e4bc643093d14f32" providerId="LiveId" clId="{745359EF-2853-4AFE-A5A8-2A9FAE867B88}" dt="2026-07-24T04:06:52.602" v="1492" actId="1076"/>
          <ac:spMkLst>
            <pc:docMk/>
            <pc:sldMk cId="4261885095" sldId="263"/>
            <ac:spMk id="14" creationId="{9307E4E0-501E-4093-B7A8-E3A88A1CC70B}"/>
          </ac:spMkLst>
        </pc:spChg>
        <pc:spChg chg="mod">
          <ac:chgData name="창현 박" userId="e4bc643093d14f32" providerId="LiveId" clId="{745359EF-2853-4AFE-A5A8-2A9FAE867B88}" dt="2026-07-24T03:59:31.938" v="1320" actId="20577"/>
          <ac:spMkLst>
            <pc:docMk/>
            <pc:sldMk cId="4261885095" sldId="263"/>
            <ac:spMk id="19" creationId="{139A53DD-6C24-B648-F14B-F711D3B00E45}"/>
          </ac:spMkLst>
        </pc:spChg>
        <pc:spChg chg="del">
          <ac:chgData name="창현 박" userId="e4bc643093d14f32" providerId="LiveId" clId="{745359EF-2853-4AFE-A5A8-2A9FAE867B88}" dt="2026-07-24T03:54:18.830" v="1085" actId="478"/>
          <ac:spMkLst>
            <pc:docMk/>
            <pc:sldMk cId="4261885095" sldId="263"/>
            <ac:spMk id="20" creationId="{BB46FF0A-CC58-2F19-F063-6EA978559B46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22" creationId="{8D968969-FC33-373E-A635-9B4222E53363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25" creationId="{8A0A4ADA-8A69-B474-8300-4A8BDC6A32CB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27" creationId="{C5C657FA-51A8-C8F5-51F7-4A58B0A0FD97}"/>
          </ac:spMkLst>
        </pc:spChg>
        <pc:spChg chg="del">
          <ac:chgData name="창현 박" userId="e4bc643093d14f32" providerId="LiveId" clId="{745359EF-2853-4AFE-A5A8-2A9FAE867B88}" dt="2026-07-24T03:58:39.007" v="1308" actId="478"/>
          <ac:spMkLst>
            <pc:docMk/>
            <pc:sldMk cId="4261885095" sldId="263"/>
            <ac:spMk id="29" creationId="{49156362-A014-5853-8AA7-CA7EF6D6AFC9}"/>
          </ac:spMkLst>
        </pc:spChg>
        <pc:spChg chg="mod">
          <ac:chgData name="창현 박" userId="e4bc643093d14f32" providerId="LiveId" clId="{745359EF-2853-4AFE-A5A8-2A9FAE867B88}" dt="2026-07-24T04:11:45.310" v="1631" actId="1076"/>
          <ac:spMkLst>
            <pc:docMk/>
            <pc:sldMk cId="4261885095" sldId="263"/>
            <ac:spMk id="31" creationId="{6725F2CF-589D-6DD0-A656-BA7609227099}"/>
          </ac:spMkLst>
        </pc:spChg>
        <pc:picChg chg="add mod modCrop">
          <ac:chgData name="창현 박" userId="e4bc643093d14f32" providerId="LiveId" clId="{745359EF-2853-4AFE-A5A8-2A9FAE867B88}" dt="2026-07-24T04:10:04.081" v="1608" actId="1076"/>
          <ac:picMkLst>
            <pc:docMk/>
            <pc:sldMk cId="4261885095" sldId="263"/>
            <ac:picMk id="16" creationId="{AA79B18D-650E-DF18-2BCF-CD68C5EDFC98}"/>
          </ac:picMkLst>
        </pc:picChg>
      </pc:sldChg>
      <pc:sldChg chg="addSp delSp modSp add mod">
        <pc:chgData name="창현 박" userId="e4bc643093d14f32" providerId="LiveId" clId="{745359EF-2853-4AFE-A5A8-2A9FAE867B88}" dt="2026-07-24T04:11:51.347" v="1632" actId="2710"/>
        <pc:sldMkLst>
          <pc:docMk/>
          <pc:sldMk cId="2782214096" sldId="264"/>
        </pc:sldMkLst>
        <pc:spChg chg="mod">
          <ac:chgData name="창현 박" userId="e4bc643093d14f32" providerId="LiveId" clId="{745359EF-2853-4AFE-A5A8-2A9FAE867B88}" dt="2026-07-24T04:08:45.869" v="1594" actId="1076"/>
          <ac:spMkLst>
            <pc:docMk/>
            <pc:sldMk cId="2782214096" sldId="264"/>
            <ac:spMk id="3" creationId="{A7E1CB20-F1C3-904B-BF6A-766E6AF3E077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4" creationId="{7745AB05-A109-A609-C415-E1AFEB27152B}"/>
          </ac:spMkLst>
        </pc:spChg>
        <pc:spChg chg="del">
          <ac:chgData name="창현 박" userId="e4bc643093d14f32" providerId="LiveId" clId="{745359EF-2853-4AFE-A5A8-2A9FAE867B88}" dt="2026-07-24T03:59:14.454" v="1316" actId="478"/>
          <ac:spMkLst>
            <pc:docMk/>
            <pc:sldMk cId="2782214096" sldId="264"/>
            <ac:spMk id="5" creationId="{49193E9D-6501-9CDA-C97F-784799EB9E78}"/>
          </ac:spMkLst>
        </pc:spChg>
        <pc:spChg chg="mod">
          <ac:chgData name="창현 박" userId="e4bc643093d14f32" providerId="LiveId" clId="{745359EF-2853-4AFE-A5A8-2A9FAE867B88}" dt="2026-07-24T04:08:45.869" v="1594" actId="1076"/>
          <ac:spMkLst>
            <pc:docMk/>
            <pc:sldMk cId="2782214096" sldId="264"/>
            <ac:spMk id="6" creationId="{A5B5B817-E77F-0A97-FB36-A3D7AAAD3268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7" creationId="{4FE3E1D0-6F95-3DEE-4C31-B210DE13ED1C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8" creationId="{C5861399-046E-F9CC-0C17-1EE170E5858C}"/>
          </ac:spMkLst>
        </pc:spChg>
        <pc:spChg chg="mod">
          <ac:chgData name="창현 박" userId="e4bc643093d14f32" providerId="LiveId" clId="{745359EF-2853-4AFE-A5A8-2A9FAE867B88}" dt="2026-07-24T04:08:45.869" v="1594" actId="1076"/>
          <ac:spMkLst>
            <pc:docMk/>
            <pc:sldMk cId="2782214096" sldId="264"/>
            <ac:spMk id="9" creationId="{8FF8E2CB-1FED-FB1F-0550-89B8FE1CF4CA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10" creationId="{A69AA98F-E534-F7CB-670A-2CCDE68D53DE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11" creationId="{354DD1F8-55C9-9F62-39DB-AC84598611AA}"/>
          </ac:spMkLst>
        </pc:spChg>
        <pc:spChg chg="mod">
          <ac:chgData name="창현 박" userId="e4bc643093d14f32" providerId="LiveId" clId="{745359EF-2853-4AFE-A5A8-2A9FAE867B88}" dt="2026-07-24T03:59:36.486" v="1322" actId="20577"/>
          <ac:spMkLst>
            <pc:docMk/>
            <pc:sldMk cId="2782214096" sldId="264"/>
            <ac:spMk id="19" creationId="{CD7BF7CE-EB6F-703B-C652-D932473B26B1}"/>
          </ac:spMkLst>
        </pc:spChg>
        <pc:spChg chg="mod">
          <ac:chgData name="창현 박" userId="e4bc643093d14f32" providerId="LiveId" clId="{745359EF-2853-4AFE-A5A8-2A9FAE867B88}" dt="2026-07-24T04:08:45.869" v="1594" actId="1076"/>
          <ac:spMkLst>
            <pc:docMk/>
            <pc:sldMk cId="2782214096" sldId="264"/>
            <ac:spMk id="20" creationId="{2225AFF7-7FCA-7AE1-AE1B-04C54E2FA873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22" creationId="{2C8E780A-F3E7-13D4-D757-044D307A21BD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25" creationId="{973AAA84-4B88-2AD0-3FE2-00793B547D0A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27" creationId="{EBEB1933-E874-E1E9-AC73-AA734058F1E3}"/>
          </ac:spMkLst>
        </pc:spChg>
        <pc:spChg chg="del">
          <ac:chgData name="창현 박" userId="e4bc643093d14f32" providerId="LiveId" clId="{745359EF-2853-4AFE-A5A8-2A9FAE867B88}" dt="2026-07-24T03:59:12.895" v="1315" actId="478"/>
          <ac:spMkLst>
            <pc:docMk/>
            <pc:sldMk cId="2782214096" sldId="264"/>
            <ac:spMk id="29" creationId="{74EF630E-EE84-E3CA-ACC6-3C16E72D4503}"/>
          </ac:spMkLst>
        </pc:spChg>
        <pc:spChg chg="mod">
          <ac:chgData name="창현 박" userId="e4bc643093d14f32" providerId="LiveId" clId="{745359EF-2853-4AFE-A5A8-2A9FAE867B88}" dt="2026-07-24T04:11:51.347" v="1632" actId="2710"/>
          <ac:spMkLst>
            <pc:docMk/>
            <pc:sldMk cId="2782214096" sldId="264"/>
            <ac:spMk id="31" creationId="{930CCC84-48DC-6886-6DB5-A9AF0771C8C1}"/>
          </ac:spMkLst>
        </pc:spChg>
        <pc:picChg chg="add mod modCrop">
          <ac:chgData name="창현 박" userId="e4bc643093d14f32" providerId="LiveId" clId="{745359EF-2853-4AFE-A5A8-2A9FAE867B88}" dt="2026-07-24T04:11:22.323" v="1627" actId="1076"/>
          <ac:picMkLst>
            <pc:docMk/>
            <pc:sldMk cId="2782214096" sldId="264"/>
            <ac:picMk id="14" creationId="{679DB4D7-4035-A9A8-9018-26A776243947}"/>
          </ac:picMkLst>
        </pc:picChg>
        <pc:picChg chg="add mod modCrop">
          <ac:chgData name="창현 박" userId="e4bc643093d14f32" providerId="LiveId" clId="{745359EF-2853-4AFE-A5A8-2A9FAE867B88}" dt="2026-07-24T04:11:27.978" v="1629" actId="14100"/>
          <ac:picMkLst>
            <pc:docMk/>
            <pc:sldMk cId="2782214096" sldId="264"/>
            <ac:picMk id="16" creationId="{A7EC80CC-DF8E-0C51-6810-563189E5A0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0:00–0:30</a:t>
            </a:r>
          </a:p>
          <a:p>
            <a:r>
              <a:t>안녕하세요. 보유 재료를 기반으로 실행 가능한 레시피를 추천하는 서비스 데모를 시작하겠습니다.</a:t>
            </a:r>
          </a:p>
          <a:p>
            <a:r>
              <a:t>기획 배경과 기술 구조를 간단히 소개한 뒤 실제 화면을 중심으로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0:30–2:15</a:t>
            </a:r>
          </a:p>
          <a:p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냉장고에</a:t>
            </a:r>
            <a:r>
              <a:rPr dirty="0"/>
              <a:t> </a:t>
            </a:r>
            <a:r>
              <a:rPr dirty="0" err="1"/>
              <a:t>재료가</a:t>
            </a:r>
            <a:r>
              <a:rPr dirty="0"/>
              <a:t> </a:t>
            </a:r>
            <a:r>
              <a:rPr dirty="0" err="1"/>
              <a:t>있어도</a:t>
            </a:r>
            <a:r>
              <a:rPr dirty="0"/>
              <a:t>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먹을지</a:t>
            </a:r>
            <a:r>
              <a:rPr dirty="0"/>
              <a:t> </a:t>
            </a:r>
            <a:r>
              <a:rPr dirty="0" err="1"/>
              <a:t>결정하기</a:t>
            </a:r>
            <a:r>
              <a:rPr dirty="0"/>
              <a:t> </a:t>
            </a:r>
            <a:r>
              <a:rPr dirty="0" err="1"/>
              <a:t>어렵다는</a:t>
            </a:r>
            <a:r>
              <a:rPr dirty="0"/>
              <a:t> </a:t>
            </a:r>
            <a:r>
              <a:rPr dirty="0" err="1"/>
              <a:t>문제였습니다</a:t>
            </a:r>
            <a:r>
              <a:rPr dirty="0"/>
              <a:t>.</a:t>
            </a:r>
          </a:p>
          <a:p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재료와</a:t>
            </a:r>
            <a:r>
              <a:rPr dirty="0"/>
              <a:t> </a:t>
            </a:r>
            <a:r>
              <a:rPr dirty="0" err="1"/>
              <a:t>소비기한을</a:t>
            </a:r>
            <a:r>
              <a:rPr dirty="0"/>
              <a:t> </a:t>
            </a:r>
            <a:r>
              <a:rPr dirty="0" err="1"/>
              <a:t>입력하면</a:t>
            </a:r>
            <a:r>
              <a:rPr dirty="0"/>
              <a:t> Gemini </a:t>
            </a:r>
            <a:r>
              <a:rPr dirty="0" err="1"/>
              <a:t>API가</a:t>
            </a:r>
            <a:r>
              <a:rPr dirty="0"/>
              <a:t> 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선호도를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반영해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메뉴를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</a:t>
            </a:r>
          </a:p>
          <a:p>
            <a:r>
              <a:rPr dirty="0" err="1"/>
              <a:t>핵심은</a:t>
            </a:r>
            <a:r>
              <a:rPr dirty="0"/>
              <a:t> </a:t>
            </a:r>
            <a:r>
              <a:rPr dirty="0" err="1"/>
              <a:t>재료</a:t>
            </a:r>
            <a:r>
              <a:rPr dirty="0"/>
              <a:t> </a:t>
            </a:r>
            <a:r>
              <a:rPr dirty="0" err="1"/>
              <a:t>목록을</a:t>
            </a:r>
            <a:r>
              <a:rPr dirty="0"/>
              <a:t>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데서</a:t>
            </a:r>
            <a:r>
              <a:rPr dirty="0"/>
              <a:t> </a:t>
            </a:r>
            <a:r>
              <a:rPr dirty="0" err="1"/>
              <a:t>끝나지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결정까지</a:t>
            </a:r>
            <a:r>
              <a:rPr dirty="0"/>
              <a:t> </a:t>
            </a:r>
            <a:r>
              <a:rPr dirty="0" err="1"/>
              <a:t>이어</a:t>
            </a:r>
            <a:r>
              <a:rPr dirty="0"/>
              <a:t> </a:t>
            </a:r>
            <a:r>
              <a:rPr dirty="0" err="1"/>
              <a:t>주는</a:t>
            </a:r>
            <a:r>
              <a:rPr dirty="0"/>
              <a:t> </a:t>
            </a:r>
            <a:r>
              <a:rPr dirty="0" err="1"/>
              <a:t>흐름입니다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사용자의 재료 입력부터 레시피 추천까지 이어지는 전체 데이터 흐름</a:t>
            </a:r>
            <a:r>
              <a:rPr lang="ko-KR" altLang="en-US" dirty="0"/>
              <a:t>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먼저 사용자가 </a:t>
            </a:r>
            <a:r>
              <a:rPr lang="ko-KR" altLang="ko-KR" dirty="0" err="1"/>
              <a:t>React</a:t>
            </a:r>
            <a:r>
              <a:rPr lang="ko-KR" altLang="ko-KR" dirty="0"/>
              <a:t> 화면에서 재료를 등록하거나 수정하면, Express의 재료 관리 </a:t>
            </a:r>
            <a:r>
              <a:rPr lang="ko-KR" altLang="ko-KR" dirty="0" err="1"/>
              <a:t>API를</a:t>
            </a:r>
            <a:r>
              <a:rPr lang="ko-KR" altLang="ko-KR" dirty="0"/>
              <a:t> 통해 </a:t>
            </a:r>
            <a:r>
              <a:rPr lang="ko-KR" altLang="ko-KR" dirty="0" err="1"/>
              <a:t>Supabase에</a:t>
            </a:r>
            <a:r>
              <a:rPr lang="ko-KR" altLang="ko-KR" dirty="0"/>
              <a:t> 저장</a:t>
            </a:r>
            <a:r>
              <a:rPr lang="ko-KR" altLang="en-US" dirty="0"/>
              <a:t>됨．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냉장고 화면을 다시 열 때도 같은 경로로 실제 보유 재료를 불러</a:t>
            </a:r>
            <a:r>
              <a:rPr lang="ko-KR" altLang="en-US" dirty="0"/>
              <a:t>올　수　있음．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메뉴 추천을 요청하면 Express의 AI 추천 서비스가 </a:t>
            </a:r>
            <a:r>
              <a:rPr lang="ko-KR" altLang="ko-KR" dirty="0" err="1"/>
              <a:t>Supabase에서</a:t>
            </a:r>
            <a:r>
              <a:rPr lang="ko-KR" altLang="ko-KR" dirty="0"/>
              <a:t> 보유 재료를 조회, 소비기한과 사용자의 조리 조건을 함께 정리</a:t>
            </a:r>
            <a:r>
              <a:rPr lang="ko-KR" altLang="en-US" dirty="0"/>
              <a:t>함</a:t>
            </a:r>
            <a:r>
              <a:rPr lang="ko-KR" altLang="ko-KR" dirty="0"/>
              <a:t>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이전에 생성한 추천이 있으면 캐시를 사용하고, 새로운 추천이 필요하면 </a:t>
            </a:r>
            <a:r>
              <a:rPr lang="ko-KR" altLang="ko-KR" dirty="0" err="1"/>
              <a:t>Gemini</a:t>
            </a:r>
            <a:r>
              <a:rPr lang="ko-KR" altLang="ko-KR" dirty="0"/>
              <a:t> </a:t>
            </a:r>
            <a:r>
              <a:rPr lang="ko-KR" altLang="ko-KR" dirty="0" err="1"/>
              <a:t>API를</a:t>
            </a:r>
            <a:r>
              <a:rPr lang="ko-KR" altLang="ko-KR" dirty="0"/>
              <a:t> 호출</a:t>
            </a:r>
            <a:r>
              <a:rPr lang="ko-KR" altLang="en-US" dirty="0"/>
              <a:t>함．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Gemini가</a:t>
            </a:r>
            <a:r>
              <a:rPr lang="ko-KR" altLang="ko-KR" dirty="0"/>
              <a:t> 만든 결과는 서버에서 응답 형식, 부족한 재료, 소비기한과 중복 여부를 검증한 뒤 </a:t>
            </a:r>
            <a:r>
              <a:rPr lang="ko-KR" altLang="ko-KR" dirty="0" err="1"/>
              <a:t>Supabase</a:t>
            </a:r>
            <a:r>
              <a:rPr lang="ko-KR" altLang="ko-KR" dirty="0"/>
              <a:t> 캐시에 저장하고, 검증을 통과한 결과만 </a:t>
            </a:r>
            <a:r>
              <a:rPr lang="ko-KR" altLang="ko-KR" dirty="0" err="1"/>
              <a:t>React</a:t>
            </a:r>
            <a:r>
              <a:rPr lang="ko-KR" altLang="ko-KR" dirty="0"/>
              <a:t> 화면으로 전달</a:t>
            </a:r>
            <a:r>
              <a:rPr lang="ko-KR" altLang="en-US" dirty="0"/>
              <a:t>될　수　있음．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이 구조를 통해 </a:t>
            </a:r>
            <a:r>
              <a:rPr lang="ko-KR" altLang="ko-KR" dirty="0" err="1"/>
              <a:t>AI의</a:t>
            </a:r>
            <a:r>
              <a:rPr lang="ko-KR" altLang="ko-KR" dirty="0"/>
              <a:t> 생성 능력은 활용하면서도 데이터 관리와 추천 품질은 서버에서 통제하도록 구성했습니다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4:15–8:30</a:t>
            </a:r>
          </a:p>
          <a:p>
            <a:r>
              <a:t>먼저 냉장고 화면에서 저장된 재료와 소비기한 우선순위를 확인합니다.</a:t>
            </a:r>
          </a:p>
          <a:p>
            <a:r>
              <a:t>새 재료를 등록한 뒤 오늘의 메뉴 탭으로 이동해 조리 방식과 부족 재료 허용 여부를 선택합니다.</a:t>
            </a:r>
          </a:p>
          <a:p>
            <a:r>
              <a:t>추천 카드에서 메뉴를 선택하면 보유 재료, 대체 재료, 조리 순서와 주의사항을 한 화면에서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582B-064F-8C5C-5DFF-195B4190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79B9C-CF7D-92FD-BF2F-391D9BA20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93FF2-C0A4-4375-BE8D-E282CF51E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4:15–8:30</a:t>
            </a:r>
          </a:p>
          <a:p>
            <a:r>
              <a:t>먼저 냉장고 화면에서 저장된 재료와 소비기한 우선순위를 확인합니다.</a:t>
            </a:r>
          </a:p>
          <a:p>
            <a:r>
              <a:t>새 재료를 등록한 뒤 오늘의 메뉴 탭으로 이동해 조리 방식과 부족 재료 허용 여부를 선택합니다.</a:t>
            </a:r>
          </a:p>
          <a:p>
            <a:r>
              <a:t>추천 카드에서 메뉴를 선택하면 보유 재료, 대체 재료, 조리 순서와 주의사항을 한 화면에서 확인할 수 있습니다.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9EF38-8241-1C6C-5CCC-F4E31B209D5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9836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931DE-A5D3-79A3-9FA5-1A081D8A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B8238-2107-2518-C507-70AFB392A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E176E-3E7E-CBA1-26A4-9C157B9BE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4:15–8:30</a:t>
            </a:r>
          </a:p>
          <a:p>
            <a:r>
              <a:t>먼저 냉장고 화면에서 저장된 재료와 소비기한 우선순위를 확인합니다.</a:t>
            </a:r>
          </a:p>
          <a:p>
            <a:r>
              <a:t>새 재료를 등록한 뒤 오늘의 메뉴 탭으로 이동해 조리 방식과 부족 재료 허용 여부를 선택합니다.</a:t>
            </a:r>
          </a:p>
          <a:p>
            <a:r>
              <a:t>추천 카드에서 메뉴를 선택하면 보유 재료, 대체 재료, 조리 순서와 주의사항을 한 화면에서 확인할 수 있습니다.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65D5F-6E83-08D9-EAC3-CFF1BE69EE6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4835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8:30–10:00</a:t>
            </a:r>
          </a:p>
          <a:p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안정화</a:t>
            </a:r>
            <a:r>
              <a:rPr dirty="0"/>
              <a:t>,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자동화</a:t>
            </a:r>
            <a:r>
              <a:rPr dirty="0"/>
              <a:t>,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배포의</a:t>
            </a:r>
            <a:r>
              <a:rPr dirty="0"/>
              <a:t> 세 </a:t>
            </a:r>
            <a:r>
              <a:rPr dirty="0" err="1"/>
              <a:t>단계입니다</a:t>
            </a:r>
            <a:r>
              <a:rPr dirty="0"/>
              <a:t>.</a:t>
            </a:r>
          </a:p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비정형</a:t>
            </a:r>
            <a:r>
              <a:rPr dirty="0"/>
              <a:t> </a:t>
            </a:r>
            <a:r>
              <a:rPr dirty="0" err="1"/>
              <a:t>수량과</a:t>
            </a:r>
            <a:r>
              <a:rPr dirty="0"/>
              <a:t>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케이스를</a:t>
            </a:r>
            <a:r>
              <a:rPr dirty="0"/>
              <a:t> </a:t>
            </a:r>
            <a:r>
              <a:rPr dirty="0" err="1"/>
              <a:t>보완해</a:t>
            </a:r>
            <a:r>
              <a:rPr dirty="0"/>
              <a:t> </a:t>
            </a:r>
            <a:r>
              <a:rPr dirty="0" err="1"/>
              <a:t>테스트를</a:t>
            </a:r>
            <a:r>
              <a:rPr dirty="0"/>
              <a:t> </a:t>
            </a:r>
            <a:r>
              <a:rPr dirty="0" err="1"/>
              <a:t>완전히</a:t>
            </a:r>
            <a:r>
              <a:rPr dirty="0"/>
              <a:t> </a:t>
            </a:r>
            <a:r>
              <a:rPr dirty="0" err="1"/>
              <a:t>통과시키고</a:t>
            </a:r>
            <a:r>
              <a:rPr dirty="0"/>
              <a:t>, GitHub </a:t>
            </a:r>
            <a:r>
              <a:rPr dirty="0" err="1"/>
              <a:t>Actions에서</a:t>
            </a:r>
            <a:r>
              <a:rPr dirty="0"/>
              <a:t> </a:t>
            </a:r>
            <a:r>
              <a:rPr dirty="0" err="1"/>
              <a:t>lint와</a:t>
            </a:r>
            <a:r>
              <a:rPr dirty="0"/>
              <a:t> test, </a:t>
            </a:r>
            <a:r>
              <a:rPr dirty="0" err="1"/>
              <a:t>build를</a:t>
            </a:r>
            <a:r>
              <a:rPr dirty="0"/>
              <a:t> </a:t>
            </a:r>
            <a:r>
              <a:rPr dirty="0" err="1"/>
              <a:t>자동화하겠습니다</a:t>
            </a:r>
            <a:r>
              <a:rPr dirty="0"/>
              <a:t>.</a:t>
            </a:r>
          </a:p>
          <a:p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환경과</a:t>
            </a:r>
            <a:r>
              <a:rPr dirty="0"/>
              <a:t> </a:t>
            </a:r>
            <a:r>
              <a:rPr dirty="0" err="1"/>
              <a:t>모니터링을</a:t>
            </a:r>
            <a:r>
              <a:rPr dirty="0"/>
              <a:t> </a:t>
            </a:r>
            <a:r>
              <a:rPr dirty="0" err="1"/>
              <a:t>구성해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피드백으로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품질을</a:t>
            </a:r>
            <a:r>
              <a:rPr dirty="0"/>
              <a:t> </a:t>
            </a:r>
            <a:r>
              <a:rPr dirty="0" err="1"/>
              <a:t>개선하겠습니다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accent-green">
            <a:extLst>
              <a:ext uri="{FF2B5EF4-FFF2-40B4-BE49-F238E27FC236}">
                <a16:creationId xmlns:a16="http://schemas.microsoft.com/office/drawing/2014/main" id="{3904B3A0-F659-40D9-8BFC-AE8384957541}"/>
              </a:ext>
            </a:extLst>
          </p:cNvPr>
          <p:cNvSpPr>
            <a:spLocks noGrp="1"/>
          </p:cNvSpPr>
          <p:nvPr/>
        </p:nvSpPr>
        <p:spPr>
          <a:xfrm>
            <a:off x="457200" y="438150"/>
            <a:ext cx="152400" cy="152400"/>
          </a:xfrm>
          <a:prstGeom prst="rect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-accent-orange">
            <a:extLst>
              <a:ext uri="{FF2B5EF4-FFF2-40B4-BE49-F238E27FC236}">
                <a16:creationId xmlns:a16="http://schemas.microsoft.com/office/drawing/2014/main" id="{7B83EDB4-A689-4FE5-941C-C790F6FE5B65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52400" cy="152400"/>
          </a:xfrm>
          <a:prstGeom prst="rect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itle-kicker">
            <a:extLst>
              <a:ext uri="{FF2B5EF4-FFF2-40B4-BE49-F238E27FC236}">
                <a16:creationId xmlns:a16="http://schemas.microsoft.com/office/drawing/2014/main" id="{AE482DC0-8AB4-4EEC-A407-0477BDF60A97}"/>
              </a:ext>
            </a:extLst>
          </p:cNvPr>
          <p:cNvSpPr>
            <a:spLocks noGrp="1"/>
          </p:cNvSpPr>
          <p:nvPr/>
        </p:nvSpPr>
        <p:spPr>
          <a:xfrm>
            <a:off x="971550" y="400050"/>
            <a:ext cx="5143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 DAY</a:t>
            </a:r>
          </a:p>
        </p:txBody>
      </p:sp>
      <p:sp>
        <p:nvSpPr>
          <p:cNvPr id="4" name="deck-title">
            <a:extLst>
              <a:ext uri="{FF2B5EF4-FFF2-40B4-BE49-F238E27FC236}">
                <a16:creationId xmlns:a16="http://schemas.microsoft.com/office/drawing/2014/main" id="{815F48F8-856E-46A3-9D3A-1B6556BAC807}"/>
              </a:ext>
            </a:extLst>
          </p:cNvPr>
          <p:cNvSpPr>
            <a:spLocks noGrp="1"/>
          </p:cNvSpPr>
          <p:nvPr/>
        </p:nvSpPr>
        <p:spPr>
          <a:xfrm>
            <a:off x="457200" y="2152650"/>
            <a:ext cx="9906000" cy="1695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2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보유 재료 기반
레시피 추천</a:t>
            </a:r>
          </a:p>
        </p:txBody>
      </p:sp>
      <p:sp>
        <p:nvSpPr>
          <p:cNvPr id="5" name="deck-subtitle">
            <a:extLst>
              <a:ext uri="{FF2B5EF4-FFF2-40B4-BE49-F238E27FC236}">
                <a16:creationId xmlns:a16="http://schemas.microsoft.com/office/drawing/2014/main" id="{4F1EB79E-D71F-425E-9B53-7C28DDDA8595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6858000" cy="495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데모</a:t>
            </a:r>
          </a:p>
        </p:txBody>
      </p:sp>
      <p:sp>
        <p:nvSpPr>
          <p:cNvPr id="6" name="title-rule">
            <a:extLst>
              <a:ext uri="{FF2B5EF4-FFF2-40B4-BE49-F238E27FC236}">
                <a16:creationId xmlns:a16="http://schemas.microsoft.com/office/drawing/2014/main" id="{8EC6FB3A-AAC8-43C0-BCFB-5D3F94585D8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28575"/>
          </a:xfrm>
          <a:prstGeom prst="rect">
            <a:avLst/>
          </a:prstGeom>
          <a:solidFill>
            <a:srgbClr val="1A1C1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87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2">
            <a:extLst>
              <a:ext uri="{FF2B5EF4-FFF2-40B4-BE49-F238E27FC236}">
                <a16:creationId xmlns:a16="http://schemas.microsoft.com/office/drawing/2014/main" id="{62CC586C-2206-4F9D-8A54-C0F79D6C9F93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01 · 기획 소개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C725BA5E-61D4-497F-B141-A71BF8150D34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냉장고 속 재료를 오늘의 메뉴로</a:t>
            </a:r>
          </a:p>
        </p:txBody>
      </p:sp>
      <p:sp>
        <p:nvSpPr>
          <p:cNvPr id="3" name="problem-label">
            <a:extLst>
              <a:ext uri="{FF2B5EF4-FFF2-40B4-BE49-F238E27FC236}">
                <a16:creationId xmlns:a16="http://schemas.microsoft.com/office/drawing/2014/main" id="{9160FFDE-661C-4ACD-BE5C-B6C630934DA3}"/>
              </a:ext>
            </a:extLst>
          </p:cNvPr>
          <p:cNvSpPr>
            <a:spLocks noGrp="1"/>
          </p:cNvSpPr>
          <p:nvPr/>
        </p:nvSpPr>
        <p:spPr>
          <a:xfrm>
            <a:off x="457200" y="1733550"/>
            <a:ext cx="1143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dirty="0" err="1"/>
              <a:t>문제</a:t>
            </a:r>
            <a:endParaRPr sz="1500" dirty="0"/>
          </a:p>
        </p:txBody>
      </p:sp>
      <p:sp>
        <p:nvSpPr>
          <p:cNvPr id="4" name="problem-copy">
            <a:extLst>
              <a:ext uri="{FF2B5EF4-FFF2-40B4-BE49-F238E27FC236}">
                <a16:creationId xmlns:a16="http://schemas.microsoft.com/office/drawing/2014/main" id="{6995D5BB-C1E0-4F54-A945-E87E3D7FF6E5}"/>
              </a:ext>
            </a:extLst>
          </p:cNvPr>
          <p:cNvSpPr>
            <a:spLocks noGrp="1"/>
          </p:cNvSpPr>
          <p:nvPr/>
        </p:nvSpPr>
        <p:spPr>
          <a:xfrm>
            <a:off x="457200" y="2114550"/>
            <a:ext cx="4495800" cy="91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재료는</a:t>
            </a:r>
            <a:r>
              <a:rPr dirty="0"/>
              <a:t> </a:t>
            </a:r>
            <a:r>
              <a:rPr dirty="0" err="1"/>
              <a:t>있지만</a:t>
            </a:r>
            <a:r>
              <a:rPr dirty="0"/>
              <a:t>
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결정은</a:t>
            </a:r>
            <a:r>
              <a:rPr dirty="0"/>
              <a:t> </a:t>
            </a:r>
            <a:r>
              <a:rPr lang="ko-KR" altLang="en-US" dirty="0"/>
              <a:t>어려운 사용자</a:t>
            </a:r>
            <a:endParaRPr dirty="0"/>
          </a:p>
        </p:txBody>
      </p:sp>
      <p:sp>
        <p:nvSpPr>
          <p:cNvPr id="5" name="solution-label">
            <a:extLst>
              <a:ext uri="{FF2B5EF4-FFF2-40B4-BE49-F238E27FC236}">
                <a16:creationId xmlns:a16="http://schemas.microsoft.com/office/drawing/2014/main" id="{0C49A124-C003-4F8E-9E12-36E9176737F6}"/>
              </a:ext>
            </a:extLst>
          </p:cNvPr>
          <p:cNvSpPr>
            <a:spLocks noGrp="1"/>
          </p:cNvSpPr>
          <p:nvPr/>
        </p:nvSpPr>
        <p:spPr>
          <a:xfrm>
            <a:off x="457200" y="3448050"/>
            <a:ext cx="1143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/>
              <a:t>제안</a:t>
            </a:r>
            <a:endParaRPr sz="1500" dirty="0"/>
          </a:p>
        </p:txBody>
      </p:sp>
      <p:sp>
        <p:nvSpPr>
          <p:cNvPr id="6" name="solution-copy">
            <a:extLst>
              <a:ext uri="{FF2B5EF4-FFF2-40B4-BE49-F238E27FC236}">
                <a16:creationId xmlns:a16="http://schemas.microsoft.com/office/drawing/2014/main" id="{08633A6C-0346-4A04-A5F0-063C6FCD77AE}"/>
              </a:ext>
            </a:extLst>
          </p:cNvPr>
          <p:cNvSpPr>
            <a:spLocks noGrp="1"/>
          </p:cNvSpPr>
          <p:nvPr/>
        </p:nvSpPr>
        <p:spPr>
          <a:xfrm>
            <a:off x="457200" y="3829050"/>
            <a:ext cx="462915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/>
              <a:t>보유</a:t>
            </a:r>
            <a:r>
              <a:rPr sz="2000" b="1" dirty="0"/>
              <a:t> </a:t>
            </a:r>
            <a:r>
              <a:rPr sz="2000" b="1" dirty="0" err="1"/>
              <a:t>재료</a:t>
            </a:r>
            <a:r>
              <a:rPr sz="2000" b="1" dirty="0"/>
              <a:t> · </a:t>
            </a:r>
            <a:r>
              <a:rPr sz="2000" b="1" dirty="0" err="1"/>
              <a:t>소비기한</a:t>
            </a:r>
            <a:r>
              <a:rPr sz="2000" b="1" dirty="0"/>
              <a:t> · </a:t>
            </a:r>
            <a:r>
              <a:rPr sz="2000" b="1" dirty="0" err="1"/>
              <a:t>메뉴</a:t>
            </a:r>
            <a:r>
              <a:rPr sz="2000" b="1" dirty="0"/>
              <a:t> </a:t>
            </a:r>
            <a:r>
              <a:rPr sz="2000" b="1" dirty="0" err="1"/>
              <a:t>선호도</a:t>
            </a:r>
            <a:r>
              <a:rPr sz="2000" b="1" dirty="0"/>
              <a:t> </a:t>
            </a:r>
            <a:r>
              <a:rPr sz="2000" b="1" dirty="0" err="1"/>
              <a:t>기반</a:t>
            </a:r>
            <a:r>
              <a:rPr sz="2000" b="1" dirty="0"/>
              <a:t>
</a:t>
            </a:r>
            <a:r>
              <a:rPr sz="2000" b="1" dirty="0" err="1"/>
              <a:t>실행</a:t>
            </a:r>
            <a:r>
              <a:rPr sz="2000" b="1" dirty="0"/>
              <a:t> </a:t>
            </a:r>
            <a:r>
              <a:rPr sz="2000" b="1" dirty="0" err="1"/>
              <a:t>가능한</a:t>
            </a:r>
            <a:r>
              <a:rPr sz="2000" b="1" dirty="0"/>
              <a:t> </a:t>
            </a:r>
            <a:r>
              <a:rPr sz="2000" b="1" dirty="0" err="1"/>
              <a:t>메뉴</a:t>
            </a:r>
            <a:r>
              <a:rPr sz="2000" b="1" dirty="0"/>
              <a:t> </a:t>
            </a:r>
            <a:r>
              <a:rPr sz="2000" b="1" dirty="0" err="1"/>
              <a:t>제안</a:t>
            </a:r>
            <a:endParaRPr sz="2000" b="1" dirty="0"/>
          </a:p>
        </p:txBody>
      </p:sp>
      <p:sp>
        <p:nvSpPr>
          <p:cNvPr id="7" name="planning-callout">
            <a:extLst>
              <a:ext uri="{FF2B5EF4-FFF2-40B4-BE49-F238E27FC236}">
                <a16:creationId xmlns:a16="http://schemas.microsoft.com/office/drawing/2014/main" id="{584E3146-5F6D-44EC-B128-F0C9A753AB25}"/>
              </a:ext>
            </a:extLst>
          </p:cNvPr>
          <p:cNvSpPr>
            <a:spLocks noGrp="1"/>
          </p:cNvSpPr>
          <p:nvPr/>
        </p:nvSpPr>
        <p:spPr>
          <a:xfrm>
            <a:off x="457200" y="5048250"/>
            <a:ext cx="4629150" cy="781050"/>
          </a:xfrm>
          <a:prstGeom prst="roundRect">
            <a:avLst>
              <a:gd name="adj" fmla="val 9756"/>
            </a:avLst>
          </a:prstGeom>
          <a:solidFill>
            <a:srgbClr val="EAF3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planning-callout-copy">
            <a:extLst>
              <a:ext uri="{FF2B5EF4-FFF2-40B4-BE49-F238E27FC236}">
                <a16:creationId xmlns:a16="http://schemas.microsoft.com/office/drawing/2014/main" id="{B2DAB2FE-0FBC-4828-AC1C-1E717C651760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411480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보유한 재료 관리 및 메뉴 결정</a:t>
            </a:r>
            <a:endParaRPr dirty="0"/>
          </a:p>
        </p:txBody>
      </p:sp>
      <p:sp>
        <p:nvSpPr>
          <p:cNvPr id="9" name="flow-arrow-1">
            <a:extLst>
              <a:ext uri="{FF2B5EF4-FFF2-40B4-BE49-F238E27FC236}">
                <a16:creationId xmlns:a16="http://schemas.microsoft.com/office/drawing/2014/main" id="{B3CB4DCE-D745-4687-A4F0-093F14361F9F}"/>
              </a:ext>
            </a:extLst>
          </p:cNvPr>
          <p:cNvSpPr>
            <a:spLocks noGrp="1"/>
          </p:cNvSpPr>
          <p:nvPr/>
        </p:nvSpPr>
        <p:spPr>
          <a:xfrm>
            <a:off x="7341798" y="3314700"/>
            <a:ext cx="381000" cy="47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0" name="flow-arrow-2">
            <a:extLst>
              <a:ext uri="{FF2B5EF4-FFF2-40B4-BE49-F238E27FC236}">
                <a16:creationId xmlns:a16="http://schemas.microsoft.com/office/drawing/2014/main" id="{EC8F2D55-5A36-4BF6-B2C1-672E42420DFA}"/>
              </a:ext>
            </a:extLst>
          </p:cNvPr>
          <p:cNvSpPr>
            <a:spLocks noGrp="1"/>
          </p:cNvSpPr>
          <p:nvPr/>
        </p:nvSpPr>
        <p:spPr>
          <a:xfrm>
            <a:off x="9837348" y="3314700"/>
            <a:ext cx="381000" cy="47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1" name="flow-node-1">
            <a:extLst>
              <a:ext uri="{FF2B5EF4-FFF2-40B4-BE49-F238E27FC236}">
                <a16:creationId xmlns:a16="http://schemas.microsoft.com/office/drawing/2014/main" id="{1A17494E-79EA-43CD-A773-C4092CB252EA}"/>
              </a:ext>
            </a:extLst>
          </p:cNvPr>
          <p:cNvSpPr>
            <a:spLocks noGrp="1"/>
          </p:cNvSpPr>
          <p:nvPr/>
        </p:nvSpPr>
        <p:spPr>
          <a:xfrm>
            <a:off x="5512998" y="2667000"/>
            <a:ext cx="1440000" cy="1847850"/>
          </a:xfrm>
          <a:prstGeom prst="roundRect">
            <a:avLst>
              <a:gd name="adj" fmla="val 4124"/>
            </a:avLst>
          </a:prstGeom>
          <a:solidFill>
            <a:srgbClr val="EAF3EC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low-node-2">
            <a:extLst>
              <a:ext uri="{FF2B5EF4-FFF2-40B4-BE49-F238E27FC236}">
                <a16:creationId xmlns:a16="http://schemas.microsoft.com/office/drawing/2014/main" id="{55C418D2-CBB3-4950-91C7-2D2310720560}"/>
              </a:ext>
            </a:extLst>
          </p:cNvPr>
          <p:cNvSpPr>
            <a:spLocks noGrp="1"/>
          </p:cNvSpPr>
          <p:nvPr/>
        </p:nvSpPr>
        <p:spPr>
          <a:xfrm>
            <a:off x="8008548" y="2667000"/>
            <a:ext cx="1440000" cy="1847850"/>
          </a:xfrm>
          <a:prstGeom prst="roundRect">
            <a:avLst>
              <a:gd name="adj" fmla="val 4124"/>
            </a:avLst>
          </a:prstGeom>
          <a:solidFill>
            <a:srgbClr val="FFF0E8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flow-node-3">
            <a:extLst>
              <a:ext uri="{FF2B5EF4-FFF2-40B4-BE49-F238E27FC236}">
                <a16:creationId xmlns:a16="http://schemas.microsoft.com/office/drawing/2014/main" id="{E5A98C7C-762A-4B8C-BCCE-CE7491A4BA2F}"/>
              </a:ext>
            </a:extLst>
          </p:cNvPr>
          <p:cNvSpPr>
            <a:spLocks noGrp="1"/>
          </p:cNvSpPr>
          <p:nvPr/>
        </p:nvSpPr>
        <p:spPr>
          <a:xfrm>
            <a:off x="10504098" y="2667000"/>
            <a:ext cx="1440000" cy="184785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flow-num-1">
            <a:extLst>
              <a:ext uri="{FF2B5EF4-FFF2-40B4-BE49-F238E27FC236}">
                <a16:creationId xmlns:a16="http://schemas.microsoft.com/office/drawing/2014/main" id="{12FB7630-D390-4135-A430-9662CA39A98A}"/>
              </a:ext>
            </a:extLst>
          </p:cNvPr>
          <p:cNvSpPr>
            <a:spLocks noGrp="1"/>
          </p:cNvSpPr>
          <p:nvPr/>
        </p:nvSpPr>
        <p:spPr>
          <a:xfrm>
            <a:off x="5741598" y="2895600"/>
            <a:ext cx="571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15" name="flow-title-1">
            <a:extLst>
              <a:ext uri="{FF2B5EF4-FFF2-40B4-BE49-F238E27FC236}">
                <a16:creationId xmlns:a16="http://schemas.microsoft.com/office/drawing/2014/main" id="{BC6BC72F-4D7D-4D64-A4B2-8AC9D3504600}"/>
              </a:ext>
            </a:extLst>
          </p:cNvPr>
          <p:cNvSpPr>
            <a:spLocks noGrp="1"/>
          </p:cNvSpPr>
          <p:nvPr/>
        </p:nvSpPr>
        <p:spPr>
          <a:xfrm>
            <a:off x="5684861" y="3308590"/>
            <a:ext cx="1096274" cy="666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냉장고</a:t>
            </a:r>
            <a:r>
              <a:rPr dirty="0"/>
              <a:t>
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재료</a:t>
            </a:r>
            <a:r>
              <a:rPr dirty="0"/>
              <a:t> </a:t>
            </a:r>
            <a:endParaRPr lang="en-US" dirty="0"/>
          </a:p>
          <a:p>
            <a:pPr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입력</a:t>
            </a:r>
            <a:endParaRPr dirty="0"/>
          </a:p>
        </p:txBody>
      </p:sp>
      <p:sp>
        <p:nvSpPr>
          <p:cNvPr id="16" name="flow-num-2">
            <a:extLst>
              <a:ext uri="{FF2B5EF4-FFF2-40B4-BE49-F238E27FC236}">
                <a16:creationId xmlns:a16="http://schemas.microsoft.com/office/drawing/2014/main" id="{4686F19A-1484-493D-8E9C-F149A2D5AD79}"/>
              </a:ext>
            </a:extLst>
          </p:cNvPr>
          <p:cNvSpPr>
            <a:spLocks noGrp="1"/>
          </p:cNvSpPr>
          <p:nvPr/>
        </p:nvSpPr>
        <p:spPr>
          <a:xfrm>
            <a:off x="8237148" y="2895600"/>
            <a:ext cx="571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7" name="flow-title-2">
            <a:extLst>
              <a:ext uri="{FF2B5EF4-FFF2-40B4-BE49-F238E27FC236}">
                <a16:creationId xmlns:a16="http://schemas.microsoft.com/office/drawing/2014/main" id="{7CCAA9C8-1927-4CBA-BFA4-59C28D7AD075}"/>
              </a:ext>
            </a:extLst>
          </p:cNvPr>
          <p:cNvSpPr>
            <a:spLocks noGrp="1"/>
          </p:cNvSpPr>
          <p:nvPr/>
        </p:nvSpPr>
        <p:spPr>
          <a:xfrm>
            <a:off x="8151477" y="3308590"/>
            <a:ext cx="1154142" cy="666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Gemini API
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</p:txBody>
      </p:sp>
      <p:sp>
        <p:nvSpPr>
          <p:cNvPr id="18" name="flow-num-3">
            <a:extLst>
              <a:ext uri="{FF2B5EF4-FFF2-40B4-BE49-F238E27FC236}">
                <a16:creationId xmlns:a16="http://schemas.microsoft.com/office/drawing/2014/main" id="{735677C6-EAD7-4DBE-B90B-B650058FDDB9}"/>
              </a:ext>
            </a:extLst>
          </p:cNvPr>
          <p:cNvSpPr>
            <a:spLocks noGrp="1"/>
          </p:cNvSpPr>
          <p:nvPr/>
        </p:nvSpPr>
        <p:spPr>
          <a:xfrm>
            <a:off x="10694598" y="2895600"/>
            <a:ext cx="571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9" name="flow-title-3">
            <a:extLst>
              <a:ext uri="{FF2B5EF4-FFF2-40B4-BE49-F238E27FC236}">
                <a16:creationId xmlns:a16="http://schemas.microsoft.com/office/drawing/2014/main" id="{56FD7C1E-37E6-4208-BC53-48BA601ED682}"/>
              </a:ext>
            </a:extLst>
          </p:cNvPr>
          <p:cNvSpPr>
            <a:spLocks noGrp="1"/>
          </p:cNvSpPr>
          <p:nvPr/>
        </p:nvSpPr>
        <p:spPr>
          <a:xfrm>
            <a:off x="10709748" y="3308590"/>
            <a:ext cx="1028700" cy="666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맞춤메뉴</a:t>
            </a:r>
            <a:r>
              <a:rPr dirty="0"/>
              <a:t> </a:t>
            </a:r>
            <a:r>
              <a:rPr dirty="0" err="1"/>
              <a:t>추천</a:t>
            </a:r>
            <a:endParaRPr dirty="0"/>
          </a:p>
        </p:txBody>
      </p:sp>
      <p:sp>
        <p:nvSpPr>
          <p:cNvPr id="20" name="flow-caption-1">
            <a:extLst>
              <a:ext uri="{FF2B5EF4-FFF2-40B4-BE49-F238E27FC236}">
                <a16:creationId xmlns:a16="http://schemas.microsoft.com/office/drawing/2014/main" id="{BE570B35-32BC-4134-89C9-90A5577D2E3A}"/>
              </a:ext>
            </a:extLst>
          </p:cNvPr>
          <p:cNvSpPr>
            <a:spLocks noGrp="1"/>
          </p:cNvSpPr>
          <p:nvPr/>
        </p:nvSpPr>
        <p:spPr>
          <a:xfrm>
            <a:off x="5280498" y="4800600"/>
            <a:ext cx="1905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/>
              <a:t>입력</a:t>
            </a:r>
            <a:endParaRPr b="1" dirty="0"/>
          </a:p>
        </p:txBody>
      </p:sp>
      <p:sp>
        <p:nvSpPr>
          <p:cNvPr id="21" name="flow-caption-2">
            <a:extLst>
              <a:ext uri="{FF2B5EF4-FFF2-40B4-BE49-F238E27FC236}">
                <a16:creationId xmlns:a16="http://schemas.microsoft.com/office/drawing/2014/main" id="{FC4163E1-2517-4587-879A-66A344536846}"/>
              </a:ext>
            </a:extLst>
          </p:cNvPr>
          <p:cNvSpPr>
            <a:spLocks noGrp="1"/>
          </p:cNvSpPr>
          <p:nvPr/>
        </p:nvSpPr>
        <p:spPr>
          <a:xfrm>
            <a:off x="7776048" y="4800600"/>
            <a:ext cx="1905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/>
              <a:t>분석·생성</a:t>
            </a:r>
            <a:endParaRPr b="1" dirty="0"/>
          </a:p>
        </p:txBody>
      </p:sp>
      <p:sp>
        <p:nvSpPr>
          <p:cNvPr id="22" name="flow-caption-3">
            <a:extLst>
              <a:ext uri="{FF2B5EF4-FFF2-40B4-BE49-F238E27FC236}">
                <a16:creationId xmlns:a16="http://schemas.microsoft.com/office/drawing/2014/main" id="{31BC015E-085C-43A4-BCAE-611F6E44535A}"/>
              </a:ext>
            </a:extLst>
          </p:cNvPr>
          <p:cNvSpPr>
            <a:spLocks noGrp="1"/>
          </p:cNvSpPr>
          <p:nvPr/>
        </p:nvSpPr>
        <p:spPr>
          <a:xfrm>
            <a:off x="10614498" y="4800600"/>
            <a:ext cx="12192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/>
              <a:t>선택</a:t>
            </a:r>
            <a:endParaRPr b="1" dirty="0"/>
          </a:p>
        </p:txBody>
      </p:sp>
      <p:sp>
        <p:nvSpPr>
          <p:cNvPr id="23" name="footer-label-2">
            <a:extLst>
              <a:ext uri="{FF2B5EF4-FFF2-40B4-BE49-F238E27FC236}">
                <a16:creationId xmlns:a16="http://schemas.microsoft.com/office/drawing/2014/main" id="{9CE3E28B-E1FE-4B15-935A-AC4BC13E6704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24" name="footer-number-2">
            <a:extLst>
              <a:ext uri="{FF2B5EF4-FFF2-40B4-BE49-F238E27FC236}">
                <a16:creationId xmlns:a16="http://schemas.microsoft.com/office/drawing/2014/main" id="{A733F7C5-924C-4C63-B440-42B017DF04D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588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3">
            <a:extLst>
              <a:ext uri="{FF2B5EF4-FFF2-40B4-BE49-F238E27FC236}">
                <a16:creationId xmlns:a16="http://schemas.microsoft.com/office/drawing/2014/main" id="{7EF090B4-9E17-44ED-A6B4-024ED2616399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02 · 기술 내역 소개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05162BB-EAF2-4526-9C62-868BDCA87385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구성 데이터 흐름</a:t>
            </a:r>
            <a:endParaRPr dirty="0"/>
          </a:p>
        </p:txBody>
      </p:sp>
      <p:sp>
        <p:nvSpPr>
          <p:cNvPr id="28" name="tech-stack-rail">
            <a:extLst>
              <a:ext uri="{FF2B5EF4-FFF2-40B4-BE49-F238E27FC236}">
                <a16:creationId xmlns:a16="http://schemas.microsoft.com/office/drawing/2014/main" id="{1C3C9B54-2292-44F1-8D34-31D904024890}"/>
              </a:ext>
            </a:extLst>
          </p:cNvPr>
          <p:cNvSpPr>
            <a:spLocks noGrp="1"/>
          </p:cNvSpPr>
          <p:nvPr/>
        </p:nvSpPr>
        <p:spPr>
          <a:xfrm>
            <a:off x="457200" y="4972050"/>
            <a:ext cx="11277600" cy="1009650"/>
          </a:xfrm>
          <a:prstGeom prst="roundRect">
            <a:avLst>
              <a:gd name="adj" fmla="val 7547"/>
            </a:avLst>
          </a:prstGeom>
          <a:solidFill>
            <a:srgbClr val="1A1C1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stack-tag-1">
            <a:extLst>
              <a:ext uri="{FF2B5EF4-FFF2-40B4-BE49-F238E27FC236}">
                <a16:creationId xmlns:a16="http://schemas.microsoft.com/office/drawing/2014/main" id="{7228AF88-48BD-4ABE-A97A-6FA4B5F887B3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FRONTEND</a:t>
            </a:r>
          </a:p>
        </p:txBody>
      </p:sp>
      <p:sp>
        <p:nvSpPr>
          <p:cNvPr id="30" name="stack-copy-1">
            <a:extLst>
              <a:ext uri="{FF2B5EF4-FFF2-40B4-BE49-F238E27FC236}">
                <a16:creationId xmlns:a16="http://schemas.microsoft.com/office/drawing/2014/main" id="{B337466E-87EE-4972-9E9A-CDDD13582020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7145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React · Vite</a:t>
            </a:r>
          </a:p>
        </p:txBody>
      </p:sp>
      <p:sp>
        <p:nvSpPr>
          <p:cNvPr id="31" name="stack-tag-2">
            <a:extLst>
              <a:ext uri="{FF2B5EF4-FFF2-40B4-BE49-F238E27FC236}">
                <a16:creationId xmlns:a16="http://schemas.microsoft.com/office/drawing/2014/main" id="{97B5A1F3-03EE-4481-A171-A9CB1A47267D}"/>
              </a:ext>
            </a:extLst>
          </p:cNvPr>
          <p:cNvSpPr>
            <a:spLocks noGrp="1"/>
          </p:cNvSpPr>
          <p:nvPr/>
        </p:nvSpPr>
        <p:spPr>
          <a:xfrm>
            <a:off x="297180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BACKEND</a:t>
            </a:r>
          </a:p>
        </p:txBody>
      </p:sp>
      <p:sp>
        <p:nvSpPr>
          <p:cNvPr id="32" name="stack-copy-2">
            <a:extLst>
              <a:ext uri="{FF2B5EF4-FFF2-40B4-BE49-F238E27FC236}">
                <a16:creationId xmlns:a16="http://schemas.microsoft.com/office/drawing/2014/main" id="{01526511-82DD-42B7-B0CD-CEB765F63C77}"/>
              </a:ext>
            </a:extLst>
          </p:cNvPr>
          <p:cNvSpPr>
            <a:spLocks noGrp="1"/>
          </p:cNvSpPr>
          <p:nvPr/>
        </p:nvSpPr>
        <p:spPr>
          <a:xfrm>
            <a:off x="2971800" y="5467350"/>
            <a:ext cx="180975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Express · Zod</a:t>
            </a:r>
          </a:p>
        </p:txBody>
      </p:sp>
      <p:sp>
        <p:nvSpPr>
          <p:cNvPr id="33" name="stack-tag-3">
            <a:extLst>
              <a:ext uri="{FF2B5EF4-FFF2-40B4-BE49-F238E27FC236}">
                <a16:creationId xmlns:a16="http://schemas.microsoft.com/office/drawing/2014/main" id="{2B453183-8169-45B1-88DA-B6B5D9F154DF}"/>
              </a:ext>
            </a:extLst>
          </p:cNvPr>
          <p:cNvSpPr>
            <a:spLocks noGrp="1"/>
          </p:cNvSpPr>
          <p:nvPr/>
        </p:nvSpPr>
        <p:spPr>
          <a:xfrm>
            <a:off x="542925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DATA / AI</a:t>
            </a:r>
          </a:p>
        </p:txBody>
      </p:sp>
      <p:sp>
        <p:nvSpPr>
          <p:cNvPr id="34" name="stack-copy-3">
            <a:extLst>
              <a:ext uri="{FF2B5EF4-FFF2-40B4-BE49-F238E27FC236}">
                <a16:creationId xmlns:a16="http://schemas.microsoft.com/office/drawing/2014/main" id="{4F81EAB8-5C80-4A6E-BE71-AC9928DFE65D}"/>
              </a:ext>
            </a:extLst>
          </p:cNvPr>
          <p:cNvSpPr>
            <a:spLocks noGrp="1"/>
          </p:cNvSpPr>
          <p:nvPr/>
        </p:nvSpPr>
        <p:spPr>
          <a:xfrm>
            <a:off x="5429250" y="5467350"/>
            <a:ext cx="22860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Supabase · Gemini</a:t>
            </a:r>
          </a:p>
        </p:txBody>
      </p:sp>
      <p:sp>
        <p:nvSpPr>
          <p:cNvPr id="35" name="stack-tag-4">
            <a:extLst>
              <a:ext uri="{FF2B5EF4-FFF2-40B4-BE49-F238E27FC236}">
                <a16:creationId xmlns:a16="http://schemas.microsoft.com/office/drawing/2014/main" id="{9BF642ED-6C01-427B-BB63-3BC8ED408361}"/>
              </a:ext>
            </a:extLst>
          </p:cNvPr>
          <p:cNvSpPr>
            <a:spLocks noGrp="1"/>
          </p:cNvSpPr>
          <p:nvPr/>
        </p:nvSpPr>
        <p:spPr>
          <a:xfrm>
            <a:off x="853440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QUALITY</a:t>
            </a:r>
          </a:p>
        </p:txBody>
      </p:sp>
      <p:sp>
        <p:nvSpPr>
          <p:cNvPr id="36" name="stack-copy-4">
            <a:extLst>
              <a:ext uri="{FF2B5EF4-FFF2-40B4-BE49-F238E27FC236}">
                <a16:creationId xmlns:a16="http://schemas.microsoft.com/office/drawing/2014/main" id="{A29B94B9-463B-4134-9B1D-B7FDE2D0EEAB}"/>
              </a:ext>
            </a:extLst>
          </p:cNvPr>
          <p:cNvSpPr>
            <a:spLocks noGrp="1"/>
          </p:cNvSpPr>
          <p:nvPr/>
        </p:nvSpPr>
        <p:spPr>
          <a:xfrm>
            <a:off x="8534400" y="5467350"/>
            <a:ext cx="20955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Vitest · oxlint</a:t>
            </a:r>
          </a:p>
        </p:txBody>
      </p:sp>
      <p:sp>
        <p:nvSpPr>
          <p:cNvPr id="37" name="footer-label-3">
            <a:extLst>
              <a:ext uri="{FF2B5EF4-FFF2-40B4-BE49-F238E27FC236}">
                <a16:creationId xmlns:a16="http://schemas.microsoft.com/office/drawing/2014/main" id="{77AB45AD-4D4C-41CC-975D-ED423CDE69F0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38" name="footer-number-3">
            <a:extLst>
              <a:ext uri="{FF2B5EF4-FFF2-40B4-BE49-F238E27FC236}">
                <a16:creationId xmlns:a16="http://schemas.microsoft.com/office/drawing/2014/main" id="{C4439B3F-5AA4-41F4-BB42-BE7B1747F6F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74C2F2-1CD6-D8B0-2F1D-C9C982A1D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278" y="1352550"/>
            <a:ext cx="8948193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1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4">
            <a:extLst>
              <a:ext uri="{FF2B5EF4-FFF2-40B4-BE49-F238E27FC236}">
                <a16:creationId xmlns:a16="http://schemas.microsoft.com/office/drawing/2014/main" id="{78CF992E-4D8B-4D5E-B323-18381865C85F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시연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05E5272E-0F79-4F6D-BA90-5A635211DB4E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등록에서 레시피 선택까지</a:t>
            </a:r>
          </a:p>
        </p:txBody>
      </p:sp>
      <p:sp>
        <p:nvSpPr>
          <p:cNvPr id="3" name="demo-frame-1">
            <a:extLst>
              <a:ext uri="{FF2B5EF4-FFF2-40B4-BE49-F238E27FC236}">
                <a16:creationId xmlns:a16="http://schemas.microsoft.com/office/drawing/2014/main" id="{9F1EA25C-CA58-4767-AF3A-AC6AF316BA53}"/>
              </a:ext>
            </a:extLst>
          </p:cNvPr>
          <p:cNvSpPr>
            <a:spLocks noGrp="1"/>
          </p:cNvSpPr>
          <p:nvPr/>
        </p:nvSpPr>
        <p:spPr>
          <a:xfrm>
            <a:off x="457200" y="1878600"/>
            <a:ext cx="3429000" cy="35433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mo-step-1">
            <a:extLst>
              <a:ext uri="{FF2B5EF4-FFF2-40B4-BE49-F238E27FC236}">
                <a16:creationId xmlns:a16="http://schemas.microsoft.com/office/drawing/2014/main" id="{F270C2E8-D1E5-4094-A2FC-35CBC45B3D69}"/>
              </a:ext>
            </a:extLst>
          </p:cNvPr>
          <p:cNvSpPr>
            <a:spLocks noGrp="1"/>
          </p:cNvSpPr>
          <p:nvPr/>
        </p:nvSpPr>
        <p:spPr>
          <a:xfrm>
            <a:off x="628650" y="2031000"/>
            <a:ext cx="381000" cy="381000"/>
          </a:xfrm>
          <a:prstGeom prst="ellipse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emo-step-text-1">
            <a:extLst>
              <a:ext uri="{FF2B5EF4-FFF2-40B4-BE49-F238E27FC236}">
                <a16:creationId xmlns:a16="http://schemas.microsoft.com/office/drawing/2014/main" id="{52AC691C-A3D5-4BD3-987B-3FA95E7DD02D}"/>
              </a:ext>
            </a:extLst>
          </p:cNvPr>
          <p:cNvSpPr>
            <a:spLocks noGrp="1"/>
          </p:cNvSpPr>
          <p:nvPr/>
        </p:nvSpPr>
        <p:spPr>
          <a:xfrm>
            <a:off x="628650" y="210720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13" name="demo-caption-1">
            <a:extLst>
              <a:ext uri="{FF2B5EF4-FFF2-40B4-BE49-F238E27FC236}">
                <a16:creationId xmlns:a16="http://schemas.microsoft.com/office/drawing/2014/main" id="{021FABF0-1A32-4021-AA07-C74852A1B175}"/>
              </a:ext>
            </a:extLst>
          </p:cNvPr>
          <p:cNvSpPr>
            <a:spLocks noGrp="1"/>
          </p:cNvSpPr>
          <p:nvPr/>
        </p:nvSpPr>
        <p:spPr>
          <a:xfrm>
            <a:off x="946390" y="5810250"/>
            <a:ext cx="1440252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8" name="footer-label-4">
            <a:extLst>
              <a:ext uri="{FF2B5EF4-FFF2-40B4-BE49-F238E27FC236}">
                <a16:creationId xmlns:a16="http://schemas.microsoft.com/office/drawing/2014/main" id="{F43C9D9F-C1A5-405B-956F-782C2D1972E6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19" name="footer-number-4">
            <a:extLst>
              <a:ext uri="{FF2B5EF4-FFF2-40B4-BE49-F238E27FC236}">
                <a16:creationId xmlns:a16="http://schemas.microsoft.com/office/drawing/2014/main" id="{FEE9D6E5-D4DC-4CB2-9D4B-35999056FE9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B078E6-7AA7-AF98-17C0-B094A15BE613}"/>
              </a:ext>
            </a:extLst>
          </p:cNvPr>
          <p:cNvSpPr txBox="1"/>
          <p:nvPr/>
        </p:nvSpPr>
        <p:spPr>
          <a:xfrm>
            <a:off x="794349" y="2064122"/>
            <a:ext cx="275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보유 재료 확인</a:t>
            </a:r>
            <a:endParaRPr lang="en-US" altLang="ko-KR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11C56A-FB62-C92B-BA14-853FD20ADA52}"/>
              </a:ext>
            </a:extLst>
          </p:cNvPr>
          <p:cNvSpPr txBox="1"/>
          <p:nvPr/>
        </p:nvSpPr>
        <p:spPr>
          <a:xfrm>
            <a:off x="794349" y="2827670"/>
            <a:ext cx="2754702" cy="199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/>
              <a:t>수량·보관</a:t>
            </a:r>
            <a:r>
              <a:rPr lang="ko-KR" altLang="ko-KR" sz="1400" dirty="0"/>
              <a:t> </a:t>
            </a:r>
            <a:r>
              <a:rPr lang="ko-KR" altLang="ko-KR" sz="1400" dirty="0" err="1"/>
              <a:t>위치·소비기한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재료 분류에 따라 소비기한 제안 및 재료 태그 자동 지정 추가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/>
              <a:t>소비기한이 가까운 재료부터 </a:t>
            </a:r>
            <a:r>
              <a:rPr lang="ko-KR" altLang="en-US" sz="1400" dirty="0"/>
              <a:t>표출</a:t>
            </a:r>
            <a:endParaRPr lang="en-US" altLang="ko-KR" sz="14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90ED828-4EAC-52F1-BA42-775D45AB42D3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7488" r="9043" b="45206"/>
          <a:stretch>
            <a:fillRect/>
          </a:stretch>
        </p:blipFill>
        <p:spPr>
          <a:xfrm>
            <a:off x="7378462" y="1490250"/>
            <a:ext cx="4468482" cy="4320000"/>
          </a:xfrm>
          <a:prstGeom prst="rect">
            <a:avLst/>
          </a:prstGeom>
          <a:ln w="28575"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6ABDFAB-40B8-7E7B-6A26-B9C79C97C526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324755" y="1490250"/>
            <a:ext cx="2880000" cy="4320000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7646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1FE70-A563-4280-4013-6E27A06B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4">
            <a:extLst>
              <a:ext uri="{FF2B5EF4-FFF2-40B4-BE49-F238E27FC236}">
                <a16:creationId xmlns:a16="http://schemas.microsoft.com/office/drawing/2014/main" id="{953299E8-0B4C-978B-1E61-EE5CF94F9A00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시연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7EE98C0A-4AA0-A934-397C-FA9CF844D85F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등록에서 레시피 선택까지</a:t>
            </a:r>
          </a:p>
        </p:txBody>
      </p:sp>
      <p:sp>
        <p:nvSpPr>
          <p:cNvPr id="3" name="demo-frame-1">
            <a:extLst>
              <a:ext uri="{FF2B5EF4-FFF2-40B4-BE49-F238E27FC236}">
                <a16:creationId xmlns:a16="http://schemas.microsoft.com/office/drawing/2014/main" id="{2F249DF9-3768-D481-A71F-279D3746AF86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3429000" cy="35433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mo-step-1">
            <a:extLst>
              <a:ext uri="{FF2B5EF4-FFF2-40B4-BE49-F238E27FC236}">
                <a16:creationId xmlns:a16="http://schemas.microsoft.com/office/drawing/2014/main" id="{D2571A5A-41DC-734C-68DB-008833FE0CF6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381000" cy="381000"/>
          </a:xfrm>
          <a:prstGeom prst="ellipse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emo-step-text-1">
            <a:extLst>
              <a:ext uri="{FF2B5EF4-FFF2-40B4-BE49-F238E27FC236}">
                <a16:creationId xmlns:a16="http://schemas.microsoft.com/office/drawing/2014/main" id="{E65171F4-5769-07C3-8005-6672C9BD1660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3" name="demo-caption-1">
            <a:extLst>
              <a:ext uri="{FF2B5EF4-FFF2-40B4-BE49-F238E27FC236}">
                <a16:creationId xmlns:a16="http://schemas.microsoft.com/office/drawing/2014/main" id="{0A5431E0-3A58-DE9A-E9FF-947CB2E48D28}"/>
              </a:ext>
            </a:extLst>
          </p:cNvPr>
          <p:cNvSpPr>
            <a:spLocks noGrp="1"/>
          </p:cNvSpPr>
          <p:nvPr/>
        </p:nvSpPr>
        <p:spPr>
          <a:xfrm>
            <a:off x="946390" y="5810250"/>
            <a:ext cx="1440252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8" name="footer-label-4">
            <a:extLst>
              <a:ext uri="{FF2B5EF4-FFF2-40B4-BE49-F238E27FC236}">
                <a16:creationId xmlns:a16="http://schemas.microsoft.com/office/drawing/2014/main" id="{5DE37262-4A6A-1DCC-51E3-4B87E534E7A3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19" name="footer-number-4">
            <a:extLst>
              <a:ext uri="{FF2B5EF4-FFF2-40B4-BE49-F238E27FC236}">
                <a16:creationId xmlns:a16="http://schemas.microsoft.com/office/drawing/2014/main" id="{139A53DD-6C24-B648-F14B-F711D3B00E45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5F2CF-589D-6DD0-A656-BA7609227099}"/>
              </a:ext>
            </a:extLst>
          </p:cNvPr>
          <p:cNvSpPr txBox="1"/>
          <p:nvPr/>
        </p:nvSpPr>
        <p:spPr>
          <a:xfrm>
            <a:off x="794349" y="3094739"/>
            <a:ext cx="2754702" cy="199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/>
              <a:t>빠르게·불</a:t>
            </a:r>
            <a:r>
              <a:rPr lang="ko-KR" altLang="ko-KR" sz="1400" dirty="0"/>
              <a:t> </a:t>
            </a:r>
            <a:r>
              <a:rPr lang="ko-KR" altLang="ko-KR" sz="1400" dirty="0" err="1"/>
              <a:t>없이·균형</a:t>
            </a:r>
            <a:r>
              <a:rPr lang="ko-KR" altLang="ko-KR" sz="1400" dirty="0"/>
              <a:t> 있게 등 조리 조건 선택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Gemini API</a:t>
            </a:r>
            <a:r>
              <a:rPr lang="ko-KR" altLang="en-US" sz="1400" dirty="0"/>
              <a:t>를 이용해 최대 </a:t>
            </a:r>
            <a:r>
              <a:rPr lang="en-US" altLang="ko-KR" sz="1400" dirty="0"/>
              <a:t>15</a:t>
            </a:r>
            <a:r>
              <a:rPr lang="ko-KR" altLang="en-US" sz="1400" dirty="0"/>
              <a:t>개 레시피 추천</a:t>
            </a:r>
            <a:r>
              <a:rPr lang="en-US" altLang="ko-KR" sz="14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/>
              <a:t>보유 재료와 부족한 재료를 반영해 메뉴 추천</a:t>
            </a:r>
            <a:endParaRPr lang="en-US" altLang="ko-KR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7E4E0-501E-4093-B7A8-E3A88A1CC70B}"/>
              </a:ext>
            </a:extLst>
          </p:cNvPr>
          <p:cNvSpPr txBox="1"/>
          <p:nvPr/>
        </p:nvSpPr>
        <p:spPr>
          <a:xfrm>
            <a:off x="794349" y="2215634"/>
            <a:ext cx="275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맞춤 메뉴 추천</a:t>
            </a:r>
            <a:endParaRPr lang="en-US" altLang="ko-KR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A79B18D-650E-DF18-2BCF-CD68C5EDFC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2" r="7883" b="5341"/>
          <a:stretch>
            <a:fillRect/>
          </a:stretch>
        </p:blipFill>
        <p:spPr>
          <a:xfrm>
            <a:off x="4566968" y="1467321"/>
            <a:ext cx="6601364" cy="4839483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426188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B7E86-EC43-6F50-249E-59B309AB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4">
            <a:extLst>
              <a:ext uri="{FF2B5EF4-FFF2-40B4-BE49-F238E27FC236}">
                <a16:creationId xmlns:a16="http://schemas.microsoft.com/office/drawing/2014/main" id="{E20BAF3F-AA35-6FB5-8CDF-67D6E4CBA505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시연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6E927599-128B-1C97-2958-799C282872F7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등록에서 레시피 선택까지</a:t>
            </a:r>
          </a:p>
        </p:txBody>
      </p:sp>
      <p:sp>
        <p:nvSpPr>
          <p:cNvPr id="3" name="demo-frame-1">
            <a:extLst>
              <a:ext uri="{FF2B5EF4-FFF2-40B4-BE49-F238E27FC236}">
                <a16:creationId xmlns:a16="http://schemas.microsoft.com/office/drawing/2014/main" id="{A7E1CB20-F1C3-904B-BF6A-766E6AF3E077}"/>
              </a:ext>
            </a:extLst>
          </p:cNvPr>
          <p:cNvSpPr>
            <a:spLocks noGrp="1"/>
          </p:cNvSpPr>
          <p:nvPr/>
        </p:nvSpPr>
        <p:spPr>
          <a:xfrm>
            <a:off x="457200" y="1943624"/>
            <a:ext cx="3429000" cy="35433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mo-step-1">
            <a:extLst>
              <a:ext uri="{FF2B5EF4-FFF2-40B4-BE49-F238E27FC236}">
                <a16:creationId xmlns:a16="http://schemas.microsoft.com/office/drawing/2014/main" id="{A5B5B817-E77F-0A97-FB36-A3D7AAAD3268}"/>
              </a:ext>
            </a:extLst>
          </p:cNvPr>
          <p:cNvSpPr>
            <a:spLocks noGrp="1"/>
          </p:cNvSpPr>
          <p:nvPr/>
        </p:nvSpPr>
        <p:spPr>
          <a:xfrm>
            <a:off x="628650" y="2096024"/>
            <a:ext cx="381000" cy="381000"/>
          </a:xfrm>
          <a:prstGeom prst="ellipse">
            <a:avLst/>
          </a:prstGeom>
          <a:solidFill>
            <a:srgbClr val="D91E4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emo-step-text-1">
            <a:extLst>
              <a:ext uri="{FF2B5EF4-FFF2-40B4-BE49-F238E27FC236}">
                <a16:creationId xmlns:a16="http://schemas.microsoft.com/office/drawing/2014/main" id="{8FF8E2CB-1FED-FB1F-0550-89B8FE1CF4CA}"/>
              </a:ext>
            </a:extLst>
          </p:cNvPr>
          <p:cNvSpPr>
            <a:spLocks noGrp="1"/>
          </p:cNvSpPr>
          <p:nvPr/>
        </p:nvSpPr>
        <p:spPr>
          <a:xfrm>
            <a:off x="628650" y="2172224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13" name="demo-caption-1">
            <a:extLst>
              <a:ext uri="{FF2B5EF4-FFF2-40B4-BE49-F238E27FC236}">
                <a16:creationId xmlns:a16="http://schemas.microsoft.com/office/drawing/2014/main" id="{C03E80E7-682D-1E1E-C0EE-6B567165DDBB}"/>
              </a:ext>
            </a:extLst>
          </p:cNvPr>
          <p:cNvSpPr>
            <a:spLocks noGrp="1"/>
          </p:cNvSpPr>
          <p:nvPr/>
        </p:nvSpPr>
        <p:spPr>
          <a:xfrm>
            <a:off x="946390" y="5810250"/>
            <a:ext cx="1440252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8" name="footer-label-4">
            <a:extLst>
              <a:ext uri="{FF2B5EF4-FFF2-40B4-BE49-F238E27FC236}">
                <a16:creationId xmlns:a16="http://schemas.microsoft.com/office/drawing/2014/main" id="{A967409E-81FA-92C7-E2A4-872DE829D9A7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19" name="footer-number-4">
            <a:extLst>
              <a:ext uri="{FF2B5EF4-FFF2-40B4-BE49-F238E27FC236}">
                <a16:creationId xmlns:a16="http://schemas.microsoft.com/office/drawing/2014/main" id="{CD7BF7CE-EB6F-703B-C652-D932473B26B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25AFF7-7FCA-7AE1-AE1B-04C54E2FA873}"/>
              </a:ext>
            </a:extLst>
          </p:cNvPr>
          <p:cNvSpPr txBox="1"/>
          <p:nvPr/>
        </p:nvSpPr>
        <p:spPr>
          <a:xfrm>
            <a:off x="794349" y="2107692"/>
            <a:ext cx="275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레시피 상세 확인</a:t>
            </a:r>
            <a:endParaRPr lang="en-US" altLang="ko-KR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0CCC84-48DC-6886-6DB5-A9AF0771C8C1}"/>
              </a:ext>
            </a:extLst>
          </p:cNvPr>
          <p:cNvSpPr txBox="1"/>
          <p:nvPr/>
        </p:nvSpPr>
        <p:spPr>
          <a:xfrm>
            <a:off x="794349" y="3086624"/>
            <a:ext cx="2754702" cy="102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레시피 소개</a:t>
            </a:r>
            <a:r>
              <a:rPr lang="en-US" altLang="ko-KR" sz="1400" dirty="0"/>
              <a:t>/</a:t>
            </a:r>
            <a:r>
              <a:rPr lang="ko-KR" altLang="en-US" sz="1400" dirty="0"/>
              <a:t>대체</a:t>
            </a:r>
            <a:r>
              <a:rPr lang="en-US" altLang="ko-KR" sz="1400" dirty="0"/>
              <a:t>·</a:t>
            </a:r>
            <a:r>
              <a:rPr lang="ko-KR" altLang="en-US" sz="1400" dirty="0"/>
              <a:t>보유</a:t>
            </a:r>
            <a:r>
              <a:rPr lang="en-US" altLang="ko-KR" sz="1400" dirty="0"/>
              <a:t>·</a:t>
            </a:r>
            <a:r>
              <a:rPr lang="ko-KR" altLang="en-US" sz="1400" dirty="0"/>
              <a:t>부족 재료</a:t>
            </a:r>
            <a:r>
              <a:rPr lang="en-US" altLang="ko-KR" sz="1400" dirty="0"/>
              <a:t>/</a:t>
            </a:r>
            <a:r>
              <a:rPr lang="ko-KR" altLang="en-US" sz="1400" dirty="0"/>
              <a:t>조리순서 화면구성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부족 재료 경우 구매 링크 연결</a:t>
            </a:r>
            <a:endParaRPr lang="en-US" altLang="ko-KR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9DB4D7-4035-A9A8-9018-26A7762439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44" r="11226" b="42093"/>
          <a:stretch>
            <a:fillRect/>
          </a:stretch>
        </p:blipFill>
        <p:spPr>
          <a:xfrm>
            <a:off x="4051899" y="1527666"/>
            <a:ext cx="3605123" cy="4364792"/>
          </a:xfrm>
          <a:prstGeom prst="rect">
            <a:avLst/>
          </a:prstGeom>
          <a:ln w="28575">
            <a:noFill/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7EC80CC-DF8E-0C51-6810-563189E5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85" t="58753" r="21960"/>
          <a:stretch>
            <a:fillRect/>
          </a:stretch>
        </p:blipFill>
        <p:spPr>
          <a:xfrm>
            <a:off x="7860930" y="1527666"/>
            <a:ext cx="3980262" cy="466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1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5">
            <a:extLst>
              <a:ext uri="{FF2B5EF4-FFF2-40B4-BE49-F238E27FC236}">
                <a16:creationId xmlns:a16="http://schemas.microsoft.com/office/drawing/2014/main" id="{037C8193-BFAE-4CE1-8B8B-2DB021167DBA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04 · 개발 계획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2390D4AB-951D-4DD0-B4F2-B50ED0013043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안정화 이후 자동화와 배포로 확장</a:t>
            </a:r>
          </a:p>
        </p:txBody>
      </p:sp>
      <p:cxnSp>
        <p:nvCxnSpPr>
          <p:cNvPr id="30" name="plan-line-1"/>
          <p:cNvCxnSpPr/>
          <p:nvPr/>
        </p:nvCxnSpPr>
        <p:spPr>
          <a:xfrm>
            <a:off x="2000250" y="4476750"/>
            <a:ext cx="3086100" cy="286"/>
          </a:xfrm>
          <a:prstGeom prst="straightConnector1">
            <a:avLst/>
          </a:prstGeom>
          <a:ln w="38100">
            <a:solidFill>
              <a:srgbClr val="E2DDD6"/>
            </a:solidFill>
            <a:prstDash val="solid"/>
          </a:ln>
        </p:spPr>
      </p:cxnSp>
      <p:cxnSp>
        <p:nvCxnSpPr>
          <p:cNvPr id="31" name="plan-line-2"/>
          <p:cNvCxnSpPr/>
          <p:nvPr/>
        </p:nvCxnSpPr>
        <p:spPr>
          <a:xfrm>
            <a:off x="5657850" y="4476750"/>
            <a:ext cx="3086100" cy="286"/>
          </a:xfrm>
          <a:prstGeom prst="straightConnector1">
            <a:avLst/>
          </a:prstGeom>
          <a:ln w="38100">
            <a:solidFill>
              <a:srgbClr val="E2DDD6"/>
            </a:solidFill>
            <a:prstDash val="solid"/>
          </a:ln>
        </p:spPr>
      </p:cxnSp>
      <p:cxnSp>
        <p:nvCxnSpPr>
          <p:cNvPr id="32" name="plan-line-3"/>
          <p:cNvCxnSpPr/>
          <p:nvPr/>
        </p:nvCxnSpPr>
        <p:spPr>
          <a:xfrm>
            <a:off x="9315450" y="4476750"/>
            <a:ext cx="1562100" cy="286"/>
          </a:xfrm>
          <a:prstGeom prst="straightConnector1">
            <a:avLst/>
          </a:prstGeom>
          <a:ln w="38100">
            <a:solidFill>
              <a:srgbClr val="E2DDD6"/>
            </a:solidFill>
            <a:prstDash val="solid"/>
          </a:ln>
        </p:spPr>
      </p:cxnSp>
      <p:sp>
        <p:nvSpPr>
          <p:cNvPr id="6" name="plan-card-0">
            <a:extLst>
              <a:ext uri="{FF2B5EF4-FFF2-40B4-BE49-F238E27FC236}">
                <a16:creationId xmlns:a16="http://schemas.microsoft.com/office/drawing/2014/main" id="{E9A12BC1-A3FA-4310-8EE0-EAD445E8988D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200400" cy="2438400"/>
          </a:xfrm>
          <a:prstGeom prst="roundRect">
            <a:avLst>
              <a:gd name="adj" fmla="val 3125"/>
            </a:avLst>
          </a:prstGeom>
          <a:solidFill>
            <a:srgbClr val="EAF3EC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plan-step-0">
            <a:extLst>
              <a:ext uri="{FF2B5EF4-FFF2-40B4-BE49-F238E27FC236}">
                <a16:creationId xmlns:a16="http://schemas.microsoft.com/office/drawing/2014/main" id="{ABC1B207-31A8-4766-9D86-FF0EDAA4B180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NOW</a:t>
            </a:r>
          </a:p>
        </p:txBody>
      </p:sp>
      <p:sp>
        <p:nvSpPr>
          <p:cNvPr id="8" name="plan-title-0">
            <a:extLst>
              <a:ext uri="{FF2B5EF4-FFF2-40B4-BE49-F238E27FC236}">
                <a16:creationId xmlns:a16="http://schemas.microsoft.com/office/drawing/2014/main" id="{B121086B-E600-4018-9D6A-72B3E026D930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27051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안정화</a:t>
            </a:r>
            <a:endParaRPr dirty="0"/>
          </a:p>
        </p:txBody>
      </p:sp>
      <p:sp>
        <p:nvSpPr>
          <p:cNvPr id="9" name="plan-body-0">
            <a:extLst>
              <a:ext uri="{FF2B5EF4-FFF2-40B4-BE49-F238E27FC236}">
                <a16:creationId xmlns:a16="http://schemas.microsoft.com/office/drawing/2014/main" id="{B358E783-6164-4525-833D-8CAD1A76B6B0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27051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비정형 수량 처리
예외 케이스 보완
테스트 완전 통과</a:t>
            </a:r>
          </a:p>
        </p:txBody>
      </p:sp>
      <p:sp>
        <p:nvSpPr>
          <p:cNvPr id="10" name="plan-dot-0">
            <a:extLst>
              <a:ext uri="{FF2B5EF4-FFF2-40B4-BE49-F238E27FC236}">
                <a16:creationId xmlns:a16="http://schemas.microsoft.com/office/drawing/2014/main" id="{AC5DE344-3BEB-47F6-9C5D-036636B66C70}"/>
              </a:ext>
            </a:extLst>
          </p:cNvPr>
          <p:cNvSpPr>
            <a:spLocks noGrp="1"/>
          </p:cNvSpPr>
          <p:nvPr/>
        </p:nvSpPr>
        <p:spPr>
          <a:xfrm>
            <a:off x="1895475" y="4314825"/>
            <a:ext cx="323850" cy="323850"/>
          </a:xfrm>
          <a:prstGeom prst="ellipse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plan-outcome-0">
            <a:extLst>
              <a:ext uri="{FF2B5EF4-FFF2-40B4-BE49-F238E27FC236}">
                <a16:creationId xmlns:a16="http://schemas.microsoft.com/office/drawing/2014/main" id="{D6A5E579-81D2-4CA6-BA3D-500DD09B9A3C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3200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신뢰 가능한 입력</a:t>
            </a:r>
          </a:p>
        </p:txBody>
      </p:sp>
      <p:sp>
        <p:nvSpPr>
          <p:cNvPr id="12" name="plan-card-1">
            <a:extLst>
              <a:ext uri="{FF2B5EF4-FFF2-40B4-BE49-F238E27FC236}">
                <a16:creationId xmlns:a16="http://schemas.microsoft.com/office/drawing/2014/main" id="{4BB6B98F-3C08-4DFE-BF1C-D8CACC4FD62B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3200400" cy="2438400"/>
          </a:xfrm>
          <a:prstGeom prst="roundRect">
            <a:avLst>
              <a:gd name="adj" fmla="val 3125"/>
            </a:avLst>
          </a:prstGeom>
          <a:solidFill>
            <a:srgbClr val="FFF0E8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plan-step-1">
            <a:extLst>
              <a:ext uri="{FF2B5EF4-FFF2-40B4-BE49-F238E27FC236}">
                <a16:creationId xmlns:a16="http://schemas.microsoft.com/office/drawing/2014/main" id="{7ED8AE13-67E1-41B0-A3D5-93C06504D384}"/>
              </a:ext>
            </a:extLst>
          </p:cNvPr>
          <p:cNvSpPr>
            <a:spLocks noGrp="1"/>
          </p:cNvSpPr>
          <p:nvPr/>
        </p:nvSpPr>
        <p:spPr>
          <a:xfrm>
            <a:off x="4362450" y="20574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NEXT</a:t>
            </a:r>
          </a:p>
        </p:txBody>
      </p:sp>
      <p:sp>
        <p:nvSpPr>
          <p:cNvPr id="14" name="plan-title-1">
            <a:extLst>
              <a:ext uri="{FF2B5EF4-FFF2-40B4-BE49-F238E27FC236}">
                <a16:creationId xmlns:a16="http://schemas.microsoft.com/office/drawing/2014/main" id="{FCA67891-F43C-4EBF-BF27-9F41406BC431}"/>
              </a:ext>
            </a:extLst>
          </p:cNvPr>
          <p:cNvSpPr>
            <a:spLocks noGrp="1"/>
          </p:cNvSpPr>
          <p:nvPr/>
        </p:nvSpPr>
        <p:spPr>
          <a:xfrm>
            <a:off x="4362450" y="2476500"/>
            <a:ext cx="27051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서비스 퀄리티 개선</a:t>
            </a:r>
            <a:endParaRPr dirty="0"/>
          </a:p>
        </p:txBody>
      </p:sp>
      <p:sp>
        <p:nvSpPr>
          <p:cNvPr id="15" name="plan-body-1">
            <a:extLst>
              <a:ext uri="{FF2B5EF4-FFF2-40B4-BE49-F238E27FC236}">
                <a16:creationId xmlns:a16="http://schemas.microsoft.com/office/drawing/2014/main" id="{E2C85A40-9ACD-4D10-A925-BA59663777A6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7051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발생 버그 개선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레시피 퀄리티 개선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UI </a:t>
            </a:r>
            <a:r>
              <a:rPr lang="ko-KR" altLang="en-US" dirty="0"/>
              <a:t>디자인 개선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6" name="plan-dot-1">
            <a:extLst>
              <a:ext uri="{FF2B5EF4-FFF2-40B4-BE49-F238E27FC236}">
                <a16:creationId xmlns:a16="http://schemas.microsoft.com/office/drawing/2014/main" id="{BC2663E6-6CE9-48A8-9E82-21D0DF53E2E4}"/>
              </a:ext>
            </a:extLst>
          </p:cNvPr>
          <p:cNvSpPr>
            <a:spLocks noGrp="1"/>
          </p:cNvSpPr>
          <p:nvPr/>
        </p:nvSpPr>
        <p:spPr>
          <a:xfrm>
            <a:off x="5553075" y="4314825"/>
            <a:ext cx="323850" cy="323850"/>
          </a:xfrm>
          <a:prstGeom prst="ellipse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plan-outcome-1">
            <a:extLst>
              <a:ext uri="{FF2B5EF4-FFF2-40B4-BE49-F238E27FC236}">
                <a16:creationId xmlns:a16="http://schemas.microsoft.com/office/drawing/2014/main" id="{086DA6A5-95DA-4833-8292-786A75530B6E}"/>
              </a:ext>
            </a:extLst>
          </p:cNvPr>
          <p:cNvSpPr>
            <a:spLocks noGrp="1"/>
          </p:cNvSpPr>
          <p:nvPr/>
        </p:nvSpPr>
        <p:spPr>
          <a:xfrm>
            <a:off x="4114800" y="4953000"/>
            <a:ext cx="3200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서비스 퀄리티 개선</a:t>
            </a:r>
            <a:endParaRPr dirty="0"/>
          </a:p>
        </p:txBody>
      </p:sp>
      <p:sp>
        <p:nvSpPr>
          <p:cNvPr id="18" name="plan-card-2">
            <a:extLst>
              <a:ext uri="{FF2B5EF4-FFF2-40B4-BE49-F238E27FC236}">
                <a16:creationId xmlns:a16="http://schemas.microsoft.com/office/drawing/2014/main" id="{9C10F00F-E60B-41B9-8565-9B2BD8C46FCF}"/>
              </a:ext>
            </a:extLst>
          </p:cNvPr>
          <p:cNvSpPr>
            <a:spLocks noGrp="1"/>
          </p:cNvSpPr>
          <p:nvPr/>
        </p:nvSpPr>
        <p:spPr>
          <a:xfrm>
            <a:off x="7772400" y="1809750"/>
            <a:ext cx="320040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plan-step-2">
            <a:extLst>
              <a:ext uri="{FF2B5EF4-FFF2-40B4-BE49-F238E27FC236}">
                <a16:creationId xmlns:a16="http://schemas.microsoft.com/office/drawing/2014/main" id="{7A6FCE02-4C9A-4F81-A6B0-4BEB7111332C}"/>
              </a:ext>
            </a:extLst>
          </p:cNvPr>
          <p:cNvSpPr>
            <a:spLocks noGrp="1"/>
          </p:cNvSpPr>
          <p:nvPr/>
        </p:nvSpPr>
        <p:spPr>
          <a:xfrm>
            <a:off x="8020050" y="20574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THEN</a:t>
            </a:r>
          </a:p>
        </p:txBody>
      </p:sp>
      <p:sp>
        <p:nvSpPr>
          <p:cNvPr id="20" name="plan-title-2">
            <a:extLst>
              <a:ext uri="{FF2B5EF4-FFF2-40B4-BE49-F238E27FC236}">
                <a16:creationId xmlns:a16="http://schemas.microsoft.com/office/drawing/2014/main" id="{5F34E747-ED41-483E-A89E-C4F013933B81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27051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서비스 배포</a:t>
            </a:r>
          </a:p>
        </p:txBody>
      </p:sp>
      <p:sp>
        <p:nvSpPr>
          <p:cNvPr id="21" name="plan-body-2">
            <a:extLst>
              <a:ext uri="{FF2B5EF4-FFF2-40B4-BE49-F238E27FC236}">
                <a16:creationId xmlns:a16="http://schemas.microsoft.com/office/drawing/2014/main" id="{1EEB3239-DCB7-4B69-BBEF-52DB7BC57673}"/>
              </a:ext>
            </a:extLst>
          </p:cNvPr>
          <p:cNvSpPr>
            <a:spLocks noGrp="1"/>
          </p:cNvSpPr>
          <p:nvPr/>
        </p:nvSpPr>
        <p:spPr>
          <a:xfrm>
            <a:off x="8020050" y="3048000"/>
            <a:ext cx="27051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최종 기능 점검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Render</a:t>
            </a:r>
            <a:r>
              <a:rPr lang="ko-KR" altLang="en-US" dirty="0"/>
              <a:t>를 이용하여 서비스 배포</a:t>
            </a:r>
            <a:endParaRPr dirty="0"/>
          </a:p>
        </p:txBody>
      </p:sp>
      <p:sp>
        <p:nvSpPr>
          <p:cNvPr id="22" name="plan-dot-2">
            <a:extLst>
              <a:ext uri="{FF2B5EF4-FFF2-40B4-BE49-F238E27FC236}">
                <a16:creationId xmlns:a16="http://schemas.microsoft.com/office/drawing/2014/main" id="{DA5134E3-F691-4038-959A-5A9D7269C0CB}"/>
              </a:ext>
            </a:extLst>
          </p:cNvPr>
          <p:cNvSpPr>
            <a:spLocks noGrp="1"/>
          </p:cNvSpPr>
          <p:nvPr/>
        </p:nvSpPr>
        <p:spPr>
          <a:xfrm>
            <a:off x="9210675" y="4314825"/>
            <a:ext cx="323850" cy="323850"/>
          </a:xfrm>
          <a:prstGeom prst="ellipse">
            <a:avLst/>
          </a:prstGeom>
          <a:solidFill>
            <a:srgbClr val="D91E4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plan-outcome-2">
            <a:extLst>
              <a:ext uri="{FF2B5EF4-FFF2-40B4-BE49-F238E27FC236}">
                <a16:creationId xmlns:a16="http://schemas.microsoft.com/office/drawing/2014/main" id="{1E2DEF6C-4751-431B-AD41-54082D85DB78}"/>
              </a:ext>
            </a:extLst>
          </p:cNvPr>
          <p:cNvSpPr>
            <a:spLocks noGrp="1"/>
          </p:cNvSpPr>
          <p:nvPr/>
        </p:nvSpPr>
        <p:spPr>
          <a:xfrm>
            <a:off x="7772400" y="4953000"/>
            <a:ext cx="3200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서비스 배포</a:t>
            </a:r>
            <a:endParaRPr dirty="0"/>
          </a:p>
        </p:txBody>
      </p:sp>
      <p:sp>
        <p:nvSpPr>
          <p:cNvPr id="24" name="plan-close">
            <a:extLst>
              <a:ext uri="{FF2B5EF4-FFF2-40B4-BE49-F238E27FC236}">
                <a16:creationId xmlns:a16="http://schemas.microsoft.com/office/drawing/2014/main" id="{6048DC09-9726-4216-BE25-8451942390EA}"/>
              </a:ext>
            </a:extLst>
          </p:cNvPr>
          <p:cNvSpPr>
            <a:spLocks noGrp="1"/>
          </p:cNvSpPr>
          <p:nvPr/>
        </p:nvSpPr>
        <p:spPr>
          <a:xfrm>
            <a:off x="457200" y="5695950"/>
            <a:ext cx="10515600" cy="457200"/>
          </a:xfrm>
          <a:prstGeom prst="roundRect">
            <a:avLst>
              <a:gd name="adj" fmla="val 16667"/>
            </a:avLst>
          </a:prstGeom>
          <a:solidFill>
            <a:srgbClr val="1A1C1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plan-close-copy">
            <a:extLst>
              <a:ext uri="{FF2B5EF4-FFF2-40B4-BE49-F238E27FC236}">
                <a16:creationId xmlns:a16="http://schemas.microsoft.com/office/drawing/2014/main" id="{9BE43AC7-343A-47E4-B1CB-42CA76F216CC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9906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목표  |  추천 기능 완성 → 안정적인 사용자 경험</a:t>
            </a:r>
          </a:p>
        </p:txBody>
      </p:sp>
      <p:sp>
        <p:nvSpPr>
          <p:cNvPr id="26" name="footer-label-5">
            <a:extLst>
              <a:ext uri="{FF2B5EF4-FFF2-40B4-BE49-F238E27FC236}">
                <a16:creationId xmlns:a16="http://schemas.microsoft.com/office/drawing/2014/main" id="{F9B7F15D-8772-4199-99AD-A4A6A5CADAEE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27" name="footer-number-5">
            <a:extLst>
              <a:ext uri="{FF2B5EF4-FFF2-40B4-BE49-F238E27FC236}">
                <a16:creationId xmlns:a16="http://schemas.microsoft.com/office/drawing/2014/main" id="{5F356E12-2F83-4F6D-A1A7-C5529037DE40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68556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DocSecurity>0</DocSecurity>
  <PresentationFormat>와이드스크린</PresentationFormat>
  <Paragraphs>118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박창현</cp:lastModifiedBy>
  <cp:revision>1</cp:revision>
  <dcterms:created xsi:type="dcterms:W3CDTF">2026-07-23T14:10:00Z</dcterms:created>
  <dcterms:modified xsi:type="dcterms:W3CDTF">2026-07-24T04:11:52Z</dcterms:modified>
</cp:coreProperties>
</file>