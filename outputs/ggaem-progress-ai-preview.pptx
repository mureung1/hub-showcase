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949b6a6b7e4b36" /><Relationship Type="http://schemas.openxmlformats.org/officeDocument/2006/relationships/extended-properties" Target="/docProps/app.xml" Id="Rba6570b8a5224a73" /><Relationship Type="http://schemas.openxmlformats.org/officeDocument/2006/relationships/officeDocument" Target="/ppt/presentation.xml" Id="R8f19a2ff66ba4a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fc735609a44a6e"/>
  </p:sldMasterIdLst>
  <p:notesMasterIdLst>
    <p:notesMasterId xmlns:r="http://schemas.openxmlformats.org/officeDocument/2006/relationships" r:id="Rd99ab8e5fdd64680"/>
  </p:notesMasterIdLst>
  <p:sldIdLst>
    <p:sldId xmlns:r="http://schemas.openxmlformats.org/officeDocument/2006/relationships" id="256" r:id="R0dd5d2b777f24b2a"/>
    <p:sldId xmlns:r="http://schemas.openxmlformats.org/officeDocument/2006/relationships" id="257" r:id="R5b61c5570b244f49"/>
    <p:sldId xmlns:r="http://schemas.openxmlformats.org/officeDocument/2006/relationships" id="258" r:id="R1c7ce1286261477d"/>
    <p:sldId xmlns:r="http://schemas.openxmlformats.org/officeDocument/2006/relationships" id="259" r:id="R5c47b964785c4296"/>
    <p:sldId xmlns:r="http://schemas.openxmlformats.org/officeDocument/2006/relationships" id="260" r:id="R7bf59c4d2d674eb5"/>
    <p:sldId xmlns:r="http://schemas.openxmlformats.org/officeDocument/2006/relationships" id="261" r:id="Ra57bc6bd4fa34eb4"/>
    <p:sldId xmlns:r="http://schemas.openxmlformats.org/officeDocument/2006/relationships" id="262" r:id="R7851381f4c634b7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0edcb46c714067" /><Relationship Type="http://schemas.openxmlformats.org/officeDocument/2006/relationships/slideMaster" Target="/ppt/slideMasters/slideMaster1.xml" Id="Rd0fc735609a44a6e" /><Relationship Type="http://schemas.openxmlformats.org/officeDocument/2006/relationships/notesMaster" Target="/ppt/notesMasters/notesMaster1.xml" Id="Rd99ab8e5fdd64680" /><Relationship Type="http://schemas.openxmlformats.org/officeDocument/2006/relationships/presProps" Target="/ppt/presProps.xml" Id="R159a8532c49f465e" /><Relationship Type="http://schemas.openxmlformats.org/officeDocument/2006/relationships/tableStyles" Target="/ppt/tableStyles.xml" Id="R0367bf6225fa4278" /><Relationship Type="http://schemas.openxmlformats.org/officeDocument/2006/relationships/slide" Target="/ppt/slides/slide1.xml" Id="R0dd5d2b777f24b2a" /><Relationship Type="http://schemas.openxmlformats.org/officeDocument/2006/relationships/slide" Target="/ppt/slides/slide2.xml" Id="R5b61c5570b244f49" /><Relationship Type="http://schemas.openxmlformats.org/officeDocument/2006/relationships/slide" Target="/ppt/slides/slide3.xml" Id="R1c7ce1286261477d" /><Relationship Type="http://schemas.openxmlformats.org/officeDocument/2006/relationships/slide" Target="/ppt/slides/slide4.xml" Id="R5c47b964785c4296" /><Relationship Type="http://schemas.openxmlformats.org/officeDocument/2006/relationships/slide" Target="/ppt/slides/slide5.xml" Id="R7bf59c4d2d674eb5" /><Relationship Type="http://schemas.openxmlformats.org/officeDocument/2006/relationships/slide" Target="/ppt/slides/slide6.xml" Id="Ra57bc6bd4fa34eb4" /><Relationship Type="http://schemas.openxmlformats.org/officeDocument/2006/relationships/slide" Target="/ppt/slides/slide7.xml" Id="R7851381f4c634b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f4ce9ae0ef48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ec652edb944670" /><Relationship Type="http://schemas.openxmlformats.org/officeDocument/2006/relationships/notesMaster" Target="/ppt/notesMasters/notesMaster1.xml" Id="R5c552676b54e4c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294d677e554f59" /><Relationship Type="http://schemas.openxmlformats.org/officeDocument/2006/relationships/notesMaster" Target="/ppt/notesMasters/notesMaster1.xml" Id="R34547b73ca5f44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a9acaf28754ad0" /><Relationship Type="http://schemas.openxmlformats.org/officeDocument/2006/relationships/notesMaster" Target="/ppt/notesMasters/notesMaster1.xml" Id="R9af6fcb2965e49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cfd04688a54941" /><Relationship Type="http://schemas.openxmlformats.org/officeDocument/2006/relationships/notesMaster" Target="/ppt/notesMasters/notesMaster1.xml" Id="Rfa736329142644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82ec8f105f4d6a" /><Relationship Type="http://schemas.openxmlformats.org/officeDocument/2006/relationships/notesMaster" Target="/ppt/notesMasters/notesMaster1.xml" Id="R96d853345b7142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7c98cd40ff4b2a" /><Relationship Type="http://schemas.openxmlformats.org/officeDocument/2006/relationships/notesMaster" Target="/ppt/notesMasters/notesMaster1.xml" Id="Rb0d6a3d5d9674e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b2b6f63ad246c1" /><Relationship Type="http://schemas.openxmlformats.org/officeDocument/2006/relationships/notesMaster" Target="/ppt/notesMasters/notesMaster1.xml" Id="R59c7c352a35442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a50c38438848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da7ecb8bb94114" /><Relationship Type="http://schemas.openxmlformats.org/officeDocument/2006/relationships/slideLayout" Target="/ppt/slideLayouts/slideLayout1.xml" Id="R2d1626f5dc1c47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1626f5dc1c47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3862f35814917" /><Relationship Type="http://schemas.openxmlformats.org/officeDocument/2006/relationships/image" Target="/ppt/media/image.png" Id="R62a52373ddeb4554" /><Relationship Type="http://schemas.openxmlformats.org/officeDocument/2006/relationships/notesSlide" Target="/ppt/notesSlides/notesSlide1.xml" Id="Rdaa45c8f084a48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5c37dc3cf40ab" /><Relationship Type="http://schemas.openxmlformats.org/officeDocument/2006/relationships/notesSlide" Target="/ppt/notesSlides/notesSlide2.xml" Id="R18a156a1629348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eb9da70814fc6" /><Relationship Type="http://schemas.openxmlformats.org/officeDocument/2006/relationships/notesSlide" Target="/ppt/notesSlides/notesSlide3.xml" Id="R2202ecc8c43948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825b873c94f5c" /><Relationship Type="http://schemas.openxmlformats.org/officeDocument/2006/relationships/notesSlide" Target="/ppt/notesSlides/notesSlide4.xml" Id="R4495181a64894d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504b84ca246f4" /><Relationship Type="http://schemas.openxmlformats.org/officeDocument/2006/relationships/notesSlide" Target="/ppt/notesSlides/notesSlide5.xml" Id="Rbf40e52da1b647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2ea6e8d244de8" /><Relationship Type="http://schemas.openxmlformats.org/officeDocument/2006/relationships/notesSlide" Target="/ppt/notesSlides/notesSlide6.xml" Id="R3ccca911e3f94b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580dcfdd94da6" /><Relationship Type="http://schemas.openxmlformats.org/officeDocument/2006/relationships/notesSlide" Target="/ppt/notesSlides/notesSlide7.xml" Id="Raabe891e97a64d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C529CB-077F-4F47-919C-B5572015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MVP PROGRESS · 2026.07.24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B337F-68C6-4A83-8E46-EA0CEBBE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56197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AI 시대,</a:t>
            </a:r>
          </a:p>
          <a:p xmlns:a="http://schemas.openxmlformats.org/drawingml/2006/main">
            <a:pPr algn="l">
              <a:defRPr sz="37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7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생각을 깨우는 서비스 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0FF70-63B8-4EFB-81A1-4B189F4E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4807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원문을 읽고, 질문하고, 한 줄로 남기는</a:t>
            </a:r>
          </a:p>
          <a:p xmlns:a="http://schemas.openxmlformats.org/drawingml/2006/main">
            <a:pPr algn="l">
              <a:defRPr sz="18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비판적 사고 습관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BAC27-948B-4758-BC40-37B0632C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33975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2C02C-F7BB-4B0E-9169-BFAD762A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0A2B0-B9CF-474B-8A2C-1FEB4445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33975"/>
            <a:ext cx="971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5A8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6E68D-D444-4127-8E23-1482D5DC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1720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THINK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94767-50F9-4191-9659-949F9073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33975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DD1CB-0FFC-40D0-9D35-A26651B5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3F8DD-D362-46C2-814F-73BA34E0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57200"/>
            <a:ext cx="5276850" cy="5562600"/>
          </a:xfrm>
          <a:prstGeom xmlns:a="http://schemas.openxmlformats.org/drawingml/2006/main" prst="roundRect">
            <a:avLst>
              <a:gd name="adj" fmla="val 2166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7C3BC-054F-48E6-B45D-3366F375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847725"/>
            <a:ext cx="4457700" cy="47625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52373ddeb4554"/>
          <a:stretch xmlns:a="http://schemas.openxmlformats.org/drawingml/2006/main"/>
        </p:blipFill>
        <p:spPr>
          <a:xfrm xmlns:a="http://schemas.openxmlformats.org/drawingml/2006/main">
            <a:off x="7671642" y="1381125"/>
            <a:ext cx="2754217" cy="30480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CE01CC-97BC-484E-BE8E-A4B37FEF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95825"/>
            <a:ext cx="365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내 생각을 깨우자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3A3C56-8521-43F4-B617-E6E39BBF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229225"/>
            <a:ext cx="394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서비스 소개 · 시연 · 아키텍처 · AI 활용</a:t>
            </a:r>
          </a:p>
        </p:txBody>
      </p:sp>
    </p:spTree>
    <p:extLst>
      <p:ext uri="{BB962C8B-B14F-4D97-AF65-F5344CB8AC3E}">
        <p14:creationId xmlns:p14="http://schemas.microsoft.com/office/powerpoint/2010/main" val="1256147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B83D74-63A7-4B11-B881-964D39B7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01 · SERVICE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1DB91-B3C4-4BF3-A69B-E345EFA0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깸은 요약 대신 ‘생각할 이유’를 만든다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B5DC4-DE1A-4E20-92D0-C5FB78F5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E8D55-6672-41AB-BB08-B14DF434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4762500" cy="35814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76A33-3A6E-4DD5-86CD-CFD2A349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1181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DE8"/>
          </a:solidFill>
          <a:ln xmlns:a="http://schemas.openxmlformats.org/drawingml/2006/main" w="9525">
            <a:solidFill>
              <a:srgbClr val="ECED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F06B9-5342-4FDB-85A0-74B7C4E4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일반적인 흐름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D9837-375D-4F9D-8B45-A17151DD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빠르게 소비하고</a:t>
            </a:r>
          </a:p>
          <a:p xmlns:a="http://schemas.openxmlformats.org/drawingml/2006/main">
            <a:pPr algn="l">
              <a:def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‘읽음’에서 끝난다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AEAE1-CD45-4F00-8337-1A0AEE3B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DCD4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2D940-3EF5-478C-A24E-DECAE1A4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AI 요약으로 핵심만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5D7CA-50C2-43CB-8E3F-F28DF4FA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DCD4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568E7A-0DF7-4507-9CBF-41624D5E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다음 콘텐츠로 바로 이동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5219B-70FE-4FCE-B8B5-31D1BEF8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581150"/>
            <a:ext cx="5934075" cy="35814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0F3A20-887F-4137-B365-1ED4324F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8859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9D8750-C190-42EC-809E-D3070E98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240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깸의 흐름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750B8-0F45-4E35-85C4-6C338780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428875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원문을 읽고</a:t>
            </a:r>
          </a:p>
          <a:p xmlns:a="http://schemas.openxmlformats.org/drawingml/2006/main">
            <a:pPr algn="l">
              <a:def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내 생각으로 끝낸다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80E524-7CD1-4350-AC9E-AC07DCB4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6BA874-509B-4613-8AE3-E59B3AF7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2427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질문 · 반박 · 연결 · 표현 중 한 가지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9E9F99-F934-4C2C-86F9-6FB744DB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238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A8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D9BCE-554B-4512-A922-33A8CBF8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719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한 줄 생각을 기록하고 다시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E0666E-DB28-44BF-8827-028CE00E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11201400" cy="600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F20F82-D501-400D-AB66-9A998F1C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콘텐츠 소비의 끝을 ‘읽음’에서 ‘생각 기록’으로 이동</a:t>
            </a:r>
          </a:p>
        </p:txBody>
      </p:sp>
    </p:spTree>
    <p:extLst>
      <p:ext uri="{BB962C8B-B14F-4D97-AF65-F5344CB8AC3E}">
        <p14:creationId xmlns:p14="http://schemas.microsoft.com/office/powerpoint/2010/main" val="1427857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F1F200-8851-49C4-9A95-363BDC65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02 ·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57DA8-BF7C-4B6A-8435-91E48CBF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시연: 2분 안에 핵심 루프 한 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9362D-81CB-4140-B3FD-855BA170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CE0E0-98A8-4C3F-AD9C-0D6E66BB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실제 서비스 화면으로 아래 흐름을 끊김 없이 보여줍니다.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A1BD1-1BF8-4ECD-B30D-CCB060FC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BDC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189A1-73FC-49CC-9320-CA8855EA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33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1170DD-F114-4273-A900-CF790D57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90775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1C010-A74C-40EF-AFBE-A24C28B9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24175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관심사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4105A-69D7-4BBB-870E-FAAC3639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24225"/>
            <a:ext cx="1857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1~3개 선택</a:t>
            </a:r>
          </a:p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익명 세션 시작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8A6BB2-64A1-4D95-A181-D5DE2AC8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33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92027-9A90-496D-AA3C-120DA84A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90775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0F5E70-DB1B-4DBA-87BF-BC7BCCC7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24175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오늘의 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6B63CB-2C7E-4551-922B-D645A944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24225"/>
            <a:ext cx="1857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공용 풀에서</a:t>
            </a:r>
          </a:p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맞춤 글 1~3개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B5E4E-6620-45D7-8F30-98E35310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33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9A3A9-FAB0-417A-8EED-FEDB9257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90775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84D785-D31B-438E-A3E9-933737E9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24175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원문 읽기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8C2DDF-6A51-4A2C-A6AD-413C5812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24225"/>
            <a:ext cx="1857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새 탭에서</a:t>
            </a:r>
          </a:p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원문 그대로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18312F-2105-40BD-A99E-6C3F6971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33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A8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1CB423-0F2B-4BB6-A422-0C638A91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90775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778172-60B3-4F5F-ADB0-7D053B6C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24175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사고 미션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0C6064-5372-4C10-8005-0310B50A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24225"/>
            <a:ext cx="1857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질문·반박·연결·표현</a:t>
            </a:r>
          </a:p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중 하나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AD66E6-38C0-4FB9-B119-297B4D8D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33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328C6B-01E7-4638-9F7F-A7C74423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90775"/>
            <a:ext cx="400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E29C1C-C608-4B95-90BD-720DF552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24175"/>
            <a:ext cx="1857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나의 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258641-98A5-41C4-A7E6-983E3BD1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324225"/>
            <a:ext cx="1857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한 줄 기록을</a:t>
            </a:r>
          </a:p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캘린더에서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2A1DCD-9CB5-4C91-A332-68561839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95875"/>
            <a:ext cx="11201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EFF2ED-53B1-467C-863C-377D0AB8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210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B70CD2-7DC5-4550-937B-4CED029F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발표 전환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976CF6-EFA2-47E4-8B82-4AE01983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3149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이 슬라이드에서 실제 서비스로 전환 → 미션 저장 후 다시 발표자료로 복귀</a:t>
            </a:r>
          </a:p>
        </p:txBody>
      </p:sp>
    </p:spTree>
    <p:extLst>
      <p:ext uri="{BB962C8B-B14F-4D97-AF65-F5344CB8AC3E}">
        <p14:creationId xmlns:p14="http://schemas.microsoft.com/office/powerpoint/2010/main" val="9448372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512DBB-715B-452A-81BC-5FE6983A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03 ·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C5BE6-20E2-4849-A538-721BFA86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현재 MVP는 핵심 사용자 루프까지 연결됐다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C5102-BDBF-447A-85D7-07E72808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92441-620C-4474-88C1-CA3245FD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620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화면, API, 데이터가 하나의 흐름으로 동작하며 콘텐츠 소스는 확장 중입니다.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B980A0-4C39-41AE-8074-26FE9DF1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A33F1-DD3F-4973-95ED-A282BC33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95250" cy="2647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8DE31-F84B-4DFF-B4DE-2963F3C6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DDF4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26D4CB-83D5-4FE2-A3D2-485FAD87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구현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C1AAA-802B-438C-A7EC-21980EF8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사용자 경험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A06E64-C8B3-4E44-BBE9-CEC8F80C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318C10-4CD0-4F73-9145-4003EFD9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9925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관심사 1~3개 설정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3FF48-8356-4299-8415-FBE816D0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1F8266-3DAF-441D-9DEB-23A0C0DA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오늘의 글 추천·원문 이동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CDEDA-1725-452C-ABD1-CFF031FC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F11BCE-50DD-4E17-A612-D3CF9347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67175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미션 저장·월별 기록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0FC12-4A1E-42EA-945B-270A4092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1930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A3C37C-F39A-4F8A-A1FD-28ED0D60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19300"/>
            <a:ext cx="95250" cy="2647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378F5-39F1-46CB-B7B5-F4CFEC22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6695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DDF4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DFD78B-0520-470D-8E7C-CF8D9E15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050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구현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A61C74-DDDD-4F45-B94B-5D40CCB4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432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백엔드·데이터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A3212E-A989-4927-8E78-166B4518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549CB0-2AF6-44C2-8D83-F38C4031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09925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FastAPI 계약과 JWT 검증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7CCA67-6A1C-4DC8-BC4B-8B6E28C7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05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3D083A-6560-4242-AB86-E3F26FE6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385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Supabase Auth·RLS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28268B-059F-4EAB-A2A7-D7F113B6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A2BA0A-DC0A-43C8-8B9A-5FA633D2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67175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공용 콘텐츠·사용자 기록 분리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F9B2AA-250D-44D0-B80F-C2F9A18D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1930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17E44D-B94E-4A34-91B2-DE0F67FD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19300"/>
            <a:ext cx="95250" cy="2647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F5FCF7-294A-4C69-A299-FB86FC73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6695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DDF4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FF49C0-D6C3-4611-B037-23587D0B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확장 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B2897F-1AB1-49B8-B47F-558D67A2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432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콘텐츠 수집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013005-3EA6-4837-9C14-B992FE25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76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8EB2E8-5532-434D-9415-3B381B56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09925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RSS 수동 CLI 수집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1BC72F-4BC2-4570-98F1-1C83A0E1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05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D1BF00-5ECE-4AEC-8B92-DC5E8AE8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3855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접근성·품질·중복 검사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32F780-3D17-4C7E-A83A-854DD5E0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33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FAAF9F-7E12-499D-9BB3-50887DBC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67175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DEVOCEAN 등 소스 확대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B39B5D-AB1C-4CEE-9C3D-9EA6AC65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0"/>
            <a:ext cx="108775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51B708-44AA-4D0B-8F58-3E4E48AC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24475"/>
            <a:ext cx="1028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현재 수집은 자동 스케줄이 아니라 소스별 CLI 실행</a:t>
            </a:r>
          </a:p>
        </p:txBody>
      </p:sp>
    </p:spTree>
    <p:extLst>
      <p:ext uri="{BB962C8B-B14F-4D97-AF65-F5344CB8AC3E}">
        <p14:creationId xmlns:p14="http://schemas.microsoft.com/office/powerpoint/2010/main" val="20831894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9BC66B-7BD9-4AD9-803F-76A7C9B8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04 ·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C0007-B562-421D-A52A-AB36683C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데이터 요청은 API로, 인증만 직접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751908-48D3-442E-B0A4-98472665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778B8-DD74-4107-8286-B7B6C915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1466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98229-D12C-45F5-9A84-1D3C26A9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사용자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D7A656-33B4-483D-AAD2-402397D1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38350"/>
            <a:ext cx="1809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C8A86-417B-42B1-9B09-90FA32AD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B7869-1C5D-42FE-BD63-16C1CDCC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76475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C17E1-FF3F-4B9B-8EC8-32F92A68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717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React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54A29B-CF90-49E8-8CE6-707BC328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38350"/>
            <a:ext cx="1809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AD896-D01F-4783-B1F2-D4851BDF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38375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672C0-9834-47F0-AFF9-C622F865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76475"/>
            <a:ext cx="971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77CDD9-F802-4574-B457-63789B33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77177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FastAPI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57B18A-181C-45E1-9E1B-CC9FAF95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38350"/>
            <a:ext cx="18097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2189B8-7749-4412-8568-3D4D3CE8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38375"/>
            <a:ext cx="933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926B4-C759-423D-900E-2394D595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764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C0CBB7-1B50-44BD-B37D-412D8EBF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2415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Supabase</a:t>
            </a:r>
          </a:p>
          <a:p xmlns:a="http://schemas.openxmlformats.org/drawingml/2006/main">
            <a:pPr algn="ctr">
              <a:defRPr sz="17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PostgreSQL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A3D6EF-CBF0-4D2D-B182-53955275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066800"/>
            <a:ext cx="15049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7D0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3CFFB3-3E91-41E5-A3D0-5622E1F2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362075"/>
            <a:ext cx="1123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외부 원문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C8BA23-30CB-464C-BDDC-E54CA68E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95750"/>
            <a:ext cx="1809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EEFF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BE9A1B-4CD2-4314-86EF-C791513C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481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5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Supabase Auth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916242-D0F1-400C-9EDF-3D41E1AE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95750"/>
            <a:ext cx="1809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E9EE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A7CACA-E0AF-42F1-9766-EB256915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481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RSS 수집기</a:t>
            </a:r>
          </a:p>
        </p:txBody>
      </p:sp>
      <p:cxnSp>
        <p:nvCxnSpPr>
          <p:cNvPr id="59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962150" y="27717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381500" y="2771775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029450" y="2771775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6" idx="0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3476625" y="1562100"/>
            <a:ext cx="6715125" cy="476250"/>
          </a:xfrm>
          <a:prstGeom xmlns:a="http://schemas.openxmlformats.org/drawingml/2006/main" prst="bentConnector5">
            <a:avLst>
              <a:gd name="adj1" fmla="val 0"/>
              <a:gd name="adj2" fmla="val 48000"/>
              <a:gd name="adj3" fmla="val 96596"/>
            </a:avLst>
          </a:prstGeom>
          <a:ln xmlns:a="http://schemas.openxmlformats.org/drawingml/2006/main" w="19050">
            <a:solidFill>
              <a:srgbClr val="F5DD5A"/>
            </a:solidFill>
            <a:prstDash val="solid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6" idx="2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476625" y="3505200"/>
            <a:ext cx="1743075" cy="1143000"/>
          </a:xfrm>
          <a:prstGeom xmlns:a="http://schemas.openxmlformats.org/drawingml/2006/main" prst="bentConnector5">
            <a:avLst>
              <a:gd name="adj1" fmla="val 0"/>
              <a:gd name="adj2" fmla="val 20000"/>
              <a:gd name="adj3" fmla="val 86885"/>
            </a:avLst>
          </a:prstGeom>
          <a:ln xmlns:a="http://schemas.openxmlformats.org/drawingml/2006/main" w="19050">
            <a:solidFill>
              <a:srgbClr val="A6B4F5"/>
            </a:solidFill>
            <a:prstDash val="dash"/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22" idx="0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8772525" y="3505200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95A8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41630E-F592-41B7-B9FF-769E35F8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146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/api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BD51F3-4029-408E-B2B7-F88D9630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14600"/>
            <a:ext cx="78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사용자 JWT + RLS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08DAB8-F04A-4B4A-873C-A011F3EE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196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익명 인증만 직접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B47339-5625-4731-B9A8-0473E0FD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495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검증된 공용 콘텐츠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65FE79-1167-433F-8829-B4A889DB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12014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72F28F-38DF-4F1C-AE21-F3969045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4357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사용자 데이터 경로와 콘텐츠 수집 경로를 분리해 권한 경계를 명확히 유지</a:t>
            </a:r>
          </a:p>
        </p:txBody>
      </p:sp>
    </p:spTree>
    <p:extLst>
      <p:ext uri="{BB962C8B-B14F-4D97-AF65-F5344CB8AC3E}">
        <p14:creationId xmlns:p14="http://schemas.microsoft.com/office/powerpoint/2010/main" val="9357473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681AD4-152A-4282-B89E-36D6C77F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05 · CONTENT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A1D85-BB44-47C3-BBF2-A7A1A982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공용 콘텐츠를 계속 갱신하고, 추천만 개인화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16CC2-C52F-4964-8FC7-8E9BA2F2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AB12B-3448-490F-9F52-684F659D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12014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8DF227-383B-4FCE-A680-CC6FB066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4302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사용자마다 콘텐츠 DB를 만들지 않는다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5939B-A720-41FF-B6DE-4136BC41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52675"/>
            <a:ext cx="1695450" cy="19240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E9220-757F-49C1-8354-83F52C1F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2A973-9A06-4775-BD5D-31CE1741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검증된 RSS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A1585-9C78-4C3F-BA1A-AADC782A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공식 소스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활성 설정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91C9E-8B06-4EB9-8CBA-9C71DE04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52675"/>
            <a:ext cx="1695450" cy="19240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410167-65B0-45AF-AD08-64A31A04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00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839A8E-603F-43E0-BE8D-FF17C8C1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9908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수집·파싱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BEAFB1-6A4C-40BB-A3B5-2C158293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766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제목·URL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발행일·소개문</a:t>
            </a:r>
          </a:p>
        </p:txBody>
      </p:sp>
      <p:cxnSp>
        <p:nvCxnSpPr>
          <p:cNvPr id="51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190750" y="33147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AAA5D0-70DA-4140-917E-8A280C7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52675"/>
            <a:ext cx="1695450" cy="19240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C0F96E-9D00-4ED1-B1F9-ECD12045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00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A8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0A27A5-949B-408D-BD4F-D2013DA3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9908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품질 검사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78A13A-D4F5-40A5-A368-25877A79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4766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접근성·품질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Canonical 중복</a:t>
            </a:r>
          </a:p>
        </p:txBody>
      </p:sp>
      <p:cxnSp>
        <p:nvCxnSpPr>
          <p:cNvPr id="56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286250" y="33147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7EBF85-22C9-4044-902D-8663D04E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52675"/>
            <a:ext cx="1695450" cy="19240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9EEFF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8F895D-8E9F-45E8-8FD7-67FFFBFE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00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7EA4BF-1BEB-4E8A-B756-6441BFDE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908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9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공용 콘텐츠 DB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DE1CE8-19B3-4EAB-A57A-2B8F76CA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766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기사·태그를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하나의 풀에 저장</a:t>
            </a:r>
          </a:p>
        </p:txBody>
      </p:sp>
      <p:cxnSp>
        <p:nvCxnSpPr>
          <p:cNvPr id="61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381750" y="33147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CF13FA-734D-4D16-A6FA-2C32DCED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52675"/>
            <a:ext cx="1695450" cy="19240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2AD582-196A-48EA-BB56-1ED33E73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003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F2BCF5-2240-4C09-AC1D-D74C24CC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908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맞춤 추천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3283D9-C128-4712-830A-971426D5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76625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관심사·최신성</a:t>
            </a:r>
          </a:p>
          <a:p xmlns:a="http://schemas.openxmlformats.org/drawingml/2006/main">
            <a:pPr algn="l">
              <a:def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완료 기록 반영</a:t>
            </a:r>
          </a:p>
        </p:txBody>
      </p:sp>
      <p:cxnSp>
        <p:nvCxnSpPr>
          <p:cNvPr id="66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477250" y="33147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242C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C32715-E2BC-433F-8FB1-FD821000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876800"/>
            <a:ext cx="2952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84A8BB-10FE-44E2-82C6-D510070F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0482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2770C2-90E0-4746-A3E3-D790CE45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0863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USER SIGNAL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4791F4-8C32-4B31-9D52-224F5F63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86350"/>
            <a:ext cx="13049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18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관심사 · 미션 완료 기록</a:t>
            </a:r>
          </a:p>
        </p:txBody>
      </p:sp>
      <p:cxnSp>
        <p:nvCxnSpPr>
          <p:cNvPr id="71" name=""/>
          <p:cNvCxnSpPr>
            <a:stCxn xmlns:a="http://schemas.openxmlformats.org/drawingml/2006/main" id="30" idx="0"/>
            <a:endCxn xmlns:a="http://schemas.openxmlformats.org/drawingml/2006/main" id="25" idx="2"/>
          </p:cNvCxnSpPr>
          <p:nvPr/>
        </p:nvCxnSpPr>
        <p:spPr>
          <a:xfrm xmlns:a="http://schemas.openxmlformats.org/drawingml/2006/main" flipV="1">
            <a:off x="9067800" y="4276725"/>
            <a:ext cx="657225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F6B"/>
            </a:solidFill>
            <a:prstDash val="dash"/>
            <a:tailEnd type="arrow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728FAD-9FFF-4FF2-A60D-A22D03E0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00625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수집 주기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7F89D5-9087-48C9-8AB2-5431871D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05425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9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현재: 소스별 CLI 실행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2724DD-0516-4FCD-8042-E2F61D96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483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향후: 스케줄러를 붙여 같은 파이프라인 반복</a:t>
            </a:r>
          </a:p>
        </p:txBody>
      </p:sp>
    </p:spTree>
    <p:extLst>
      <p:ext uri="{BB962C8B-B14F-4D97-AF65-F5344CB8AC3E}">
        <p14:creationId xmlns:p14="http://schemas.microsoft.com/office/powerpoint/2010/main" val="18355065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B2E1C0-A972-4712-BBA5-105CC59B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06 · AI COLLABORATION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56EE5-ECE8-4F9C-AE75-4E907A31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00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AI 협업을 반복 가능한 시스템으로 만들었다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920F2-6BD6-4735-97C6-EB20B9E4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B667F-37FF-4FEA-B6ED-36EF9618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ROLE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452E7-017A-4FE1-9B54-7C39D035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19275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역할 분리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D9A0A-7CF5-4413-897E-95E21B8F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504950"/>
            <a:ext cx="1905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DCD4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2669C-5627-4E8F-8428-B2BFC11B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6210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DC53C-BD03-43E8-A632-10987EEC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00200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Codex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57316-4115-4F03-9F09-21573D6F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71675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요구사항·완료 기준 설계</a:t>
            </a:r>
          </a:p>
          <a:p xmlns:a="http://schemas.openxmlformats.org/drawingml/2006/main">
            <a:pPr algn="l">
              <a:def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최종 구현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3D25C4-899E-49AD-8A74-10A77242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24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A7378-E9FC-46CA-8A9A-FD92314D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621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DD5A"/>
          </a:solidFill>
          <a:ln xmlns:a="http://schemas.openxmlformats.org/drawingml/2006/main" w="9525">
            <a:solidFill>
              <a:srgbClr val="F5DD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5C8CF-AFAB-4383-ABE0-1E21D744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6002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사람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1C412-3710-4CE1-B7FD-DB8BA373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574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범위와 결정 확정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D513D-1A8C-4199-871F-3A356F83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24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E88941-04D1-4F24-BDBA-993A2697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6210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95A8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1D74EE-1934-433B-BB99-96EA4077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002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Claude 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25A534-562B-4231-A2EE-1682D0CC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71675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확정된 설계 구현</a:t>
            </a:r>
          </a:p>
          <a:p xmlns:a="http://schemas.openxmlformats.org/drawingml/2006/main">
            <a:pPr algn="l">
              <a:def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독립 서브에이전트 교차 검토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ACD96A-A99E-4E5A-B0BA-08F22A84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112014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9D43D7-46A2-4CAC-ABD8-D08803EB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SKILL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53235E-391B-448E-A8D3-00C3F106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스킬화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4C832D-2454-48E8-A8FF-257CDA6F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924175"/>
            <a:ext cx="1905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5C61A-7686-4B0C-86BC-6331149A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146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prototype-screen-sync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B53247-A906-42BE-A665-74A91F1A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43275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프로토타입 비교 → 상태 계약 확인 → 화면 단위 구현 → 전체 회귀 검증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65E654-B600-4D38-A8D4-B356F1F4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672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F6B"/>
                </a:solidFill>
                <a:latin typeface="Apple SD Gothic Neo"/>
                <a:ea typeface="Apple SD Gothic Neo"/>
                <a:cs typeface="Apple SD Gothic Neo"/>
              </a:rPr>
              <a:t>SUB-AGENTS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0B058B-7CE2-40DE-8A9A-2B1D5EC0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529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전문화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619EF2-0A2B-4E71-85BD-CF4F4F32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171950"/>
            <a:ext cx="190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DCD4"/>
          </a:solidFill>
          <a:ln xmlns:a="http://schemas.openxmlformats.org/drawingml/2006/main" w="9525">
            <a:solidFill>
              <a:srgbClr val="DBDC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280791-7C4D-47A9-AF5C-1480AAE5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95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D6BE"/>
          </a:solidFill>
          <a:ln xmlns:a="http://schemas.openxmlformats.org/drawingml/2006/main" w="9525">
            <a:solidFill>
              <a:srgbClr val="86D6B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706F56-49FA-461C-B8EC-2F6A9F61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10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task_planner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6A2EB9-95A3-4E39-A98A-2C37D026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815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스프린트·이슈 계획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2DE897-0556-46C0-95CF-287572DD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95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B4F5"/>
          </a:solidFill>
          <a:ln xmlns:a="http://schemas.openxmlformats.org/drawingml/2006/main" w="9525">
            <a:solidFill>
              <a:srgbClr val="A6B4F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2A74C5-5BA2-436A-BC8E-2EC07455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2100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code-reviewer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E31444-5F6A-43F3-9D61-806D37FA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815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구현 직후 독립 리뷰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A495D7-5FFC-49EC-ACF5-D811FCE1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295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5A8"/>
          </a:solidFill>
          <a:ln xmlns:a="http://schemas.openxmlformats.org/drawingml/2006/main" w="9525">
            <a:solidFill>
              <a:srgbClr val="FF95A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80AEFA-D22B-480C-977A-411FBB41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10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0242C"/>
                </a:solidFill>
                <a:latin typeface="Apple SD Gothic Neo"/>
                <a:ea typeface="Apple SD Gothic Neo"/>
                <a:cs typeface="Apple SD Gothic Neo"/>
              </a:rPr>
              <a:t>debugger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8BC88E-0445-46E5-86FA-B545650F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5815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B606A"/>
                </a:solidFill>
                <a:latin typeface="Apple SD Gothic Neo"/>
                <a:ea typeface="Apple SD Gothic Neo"/>
                <a:cs typeface="Apple SD Gothic Neo"/>
              </a:rPr>
              <a:t>수정 전 원인 분석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C1719E-4BC8-4C55-AD68-3E41822F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12014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242C"/>
          </a:solidFill>
          <a:ln xmlns:a="http://schemas.openxmlformats.org/drawingml/2006/main" w="9525">
            <a:solidFill>
              <a:srgbClr val="20242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CFF994-2715-4D02-AC29-852C90BB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62625"/>
            <a:ext cx="1062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반복되는 지시와 판단 기준을 프롬프트 · 스킬 · 에이전트로 코드화</a:t>
            </a:r>
          </a:p>
        </p:txBody>
      </p:sp>
    </p:spTree>
    <p:extLst>
      <p:ext uri="{BB962C8B-B14F-4D97-AF65-F5344CB8AC3E}">
        <p14:creationId xmlns:p14="http://schemas.microsoft.com/office/powerpoint/2010/main" val="15274426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2026-07-24T03:51:46.9250000Z</dcterms:created>
  <dcterms:modified xsi:type="dcterms:W3CDTF">2026-07-24T03:51:46.9250000Z</dcterms:modified>
</coreProperties>
</file>