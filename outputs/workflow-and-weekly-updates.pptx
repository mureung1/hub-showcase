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c4ca869dab45a0" /><Relationship Type="http://schemas.openxmlformats.org/officeDocument/2006/relationships/extended-properties" Target="/docProps/app.xml" Id="Raf6c217948374877" /><Relationship Type="http://schemas.openxmlformats.org/officeDocument/2006/relationships/officeDocument" Target="/ppt/presentation.xml" Id="Rb84b32161dff4e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9265977d94b0c"/>
  </p:sldMasterIdLst>
  <p:notesMasterIdLst>
    <p:notesMasterId xmlns:r="http://schemas.openxmlformats.org/officeDocument/2006/relationships" r:id="R2102e35aca684bf5"/>
  </p:notesMasterIdLst>
  <p:sldIdLst>
    <p:sldId xmlns:r="http://schemas.openxmlformats.org/officeDocument/2006/relationships" id="256" r:id="R7ab45c2a4aa74992"/>
    <p:sldId xmlns:r="http://schemas.openxmlformats.org/officeDocument/2006/relationships" id="257" r:id="R78985cf74d8449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3eb6967ad34cfb" /><Relationship Type="http://schemas.openxmlformats.org/officeDocument/2006/relationships/slideMaster" Target="/ppt/slideMasters/slideMaster1.xml" Id="R8b39265977d94b0c" /><Relationship Type="http://schemas.openxmlformats.org/officeDocument/2006/relationships/notesMaster" Target="/ppt/notesMasters/notesMaster1.xml" Id="R2102e35aca684bf5" /><Relationship Type="http://schemas.openxmlformats.org/officeDocument/2006/relationships/presProps" Target="/ppt/presProps.xml" Id="R50046b58c63e4fdf" /><Relationship Type="http://schemas.openxmlformats.org/officeDocument/2006/relationships/tableStyles" Target="/ppt/tableStyles.xml" Id="R8994c61df7f343c8" /><Relationship Type="http://schemas.openxmlformats.org/officeDocument/2006/relationships/slide" Target="/ppt/slides/slide1.xml" Id="R7ab45c2a4aa74992" /><Relationship Type="http://schemas.openxmlformats.org/officeDocument/2006/relationships/slide" Target="/ppt/slides/slide2.xml" Id="R78985cf74d84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933f12b77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027f283a74a77" /><Relationship Type="http://schemas.openxmlformats.org/officeDocument/2006/relationships/notesMaster" Target="/ppt/notesMasters/notesMaster1.xml" Id="Raa1be59e45db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b3be3aac84fa7" /><Relationship Type="http://schemas.openxmlformats.org/officeDocument/2006/relationships/notesMaster" Target="/ppt/notesMasters/notesMaster1.xml" Id="Re9ee3a44d45f47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edb3b8284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0a8ca5b904be5" /><Relationship Type="http://schemas.openxmlformats.org/officeDocument/2006/relationships/slideLayout" Target="/ppt/slideLayouts/slideLayout1.xml" Id="R349f396615e6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9f396615e6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9e723b60e4361" /><Relationship Type="http://schemas.openxmlformats.org/officeDocument/2006/relationships/notesSlide" Target="/ppt/notesSlides/notesSlide1.xml" Id="Rc504b28226e1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bcb0991e148ad" /><Relationship Type="http://schemas.openxmlformats.org/officeDocument/2006/relationships/notesSlide" Target="/ppt/notesSlides/notesSlide2.xml" Id="Rc1e33f37aaec4c0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EF2FF"/>
            </a:gs>
            <a:gs pos="44000">
              <a:srgbClr val="F8F9FC"/>
            </a:gs>
            <a:gs pos="73000">
              <a:srgbClr val="F5F9FA"/>
            </a:gs>
            <a:gs pos="100000">
              <a:srgbClr val="EAFBF7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">
            <a:extLst xmlns:a="http://schemas.openxmlformats.org/drawingml/2006/main">
              <a:ext uri="{FF2B5EF4-FFF2-40B4-BE49-F238E27FC236}">
                <a16:creationId xmlns:a16="http://schemas.microsoft.com/office/drawing/2014/main" id="{E79326A5-73DA-4D5A-996D-25EDF9F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AI DEVELOPMENT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E59DF-9CD3-4346-AA0A-23A49FAD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핵심 기능을 직접 정의하고, AI 에이전트로 완성합니다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8E7391-4F4D-4556-88A6-1DB35E0F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계획·구현·내부 검증·E2E 검증을 분리해 품질을 반복적으로 높입니다.</a:t>
            </a:r>
          </a:p>
        </p:txBody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C4DF482-9B72-4258-8E98-76472E0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3790950"/>
            <a:ext cx="14287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2423346-BBE6-48A2-819A-785C957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3790950"/>
            <a:ext cx="14287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41F96E9-3D74-4D16-9EF5-B2890C1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790950"/>
            <a:ext cx="14287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AA102E-C93C-48A0-9B72-117504F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3790950"/>
            <a:ext cx="14287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60D8FC0B-79CC-4B01-8956-44C9259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3790950"/>
            <a:ext cx="14287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card-1">
            <a:extLst xmlns:a="http://schemas.openxmlformats.org/drawingml/2006/main">
              <a:ext uri="{FF2B5EF4-FFF2-40B4-BE49-F238E27FC236}">
                <a16:creationId xmlns:a16="http://schemas.microsoft.com/office/drawing/2014/main" id="{C1D878E3-6257-49F5-BC52-A7410E1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82B218E-DFB4-4AC0-856F-7E10A23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6BCC6D0-75AE-49C8-B236-02006CCC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직접 정의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EACE4A7-F503-43AA-8036-40DE2444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사용자 흐름과 비즈니스 규칙을 먼저 명확히 정리합니다.</a:t>
            </a:r>
          </a:p>
        </p:txBody>
      </p:sp>
      <p:sp>
        <p:nvSpPr>
          <p:cNvPr id="13" name="step-card-2">
            <a:extLst xmlns:a="http://schemas.openxmlformats.org/drawingml/2006/main">
              <a:ext uri="{FF2B5EF4-FFF2-40B4-BE49-F238E27FC236}">
                <a16:creationId xmlns:a16="http://schemas.microsoft.com/office/drawing/2014/main" id="{AE7D29BC-C486-40D7-9FDA-0B00BA4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93B9F71-B9C9-4C62-90C3-F2F21BE0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02215B4-7EA1-484B-B726-43B3309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작업 계획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수립·수정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4FB3E84-FB60-43E6-A61E-5DF5674F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Planner Agent로 구현 단위를 나누고 계획을 구체화합니다.</a:t>
            </a:r>
          </a:p>
        </p:txBody>
      </p:sp>
      <p:sp>
        <p:nvSpPr>
          <p:cNvPr id="17" name="step-card-3">
            <a:extLst xmlns:a="http://schemas.openxmlformats.org/drawingml/2006/main">
              <a:ext uri="{FF2B5EF4-FFF2-40B4-BE49-F238E27FC236}">
                <a16:creationId xmlns:a16="http://schemas.microsoft.com/office/drawing/2014/main" id="{6C64E566-63E3-4BBE-A961-532AB53C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8B37C7C-CA04-4A69-86F1-B925FF2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8C755FCC-0D92-4AD0-9663-2B63CAA4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Issue 등록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84E27421-A5C6-468C-955A-4C8B5AE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확정한 계획을 이슈로 남겨 작업 기준과 범위를 공유합니다.</a:t>
            </a:r>
          </a:p>
        </p:txBody>
      </p:sp>
      <p:sp>
        <p:nvSpPr>
          <p:cNvPr id="21" name="step-card-4">
            <a:extLst xmlns:a="http://schemas.openxmlformats.org/drawingml/2006/main">
              <a:ext uri="{FF2B5EF4-FFF2-40B4-BE49-F238E27FC236}">
                <a16:creationId xmlns:a16="http://schemas.microsoft.com/office/drawing/2014/main" id="{1830FF00-B1C8-48A6-A2BC-8FC0F18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DC1F85D5-E251-44D7-B77A-5854F63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4</a:t>
            </a:r>
          </a:p>
        </p:txBody>
      </p:sp>
      <p:sp>
        <p:nvSpPr>
          <p:cNvPr id="23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ED2031FE-DEF7-4CAB-8A0F-6423FD0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AI 순차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코드 구현</a:t>
            </a:r>
          </a:p>
        </p:txBody>
      </p:sp>
      <p:sp>
        <p:nvSpPr>
          <p:cNvPr id="24" name="step-body-4">
            <a:extLst xmlns:a="http://schemas.openxmlformats.org/drawingml/2006/main">
              <a:ext uri="{FF2B5EF4-FFF2-40B4-BE49-F238E27FC236}">
                <a16:creationId xmlns:a16="http://schemas.microsoft.com/office/drawing/2014/main" id="{9A106346-48E1-40AB-B255-A5B4EE6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이슈 순서에 맞춰 기능별 코드를 구현하고 연결합니다.</a:t>
            </a:r>
          </a:p>
        </p:txBody>
      </p:sp>
      <p:sp>
        <p:nvSpPr>
          <p:cNvPr id="25" name="step-card-5">
            <a:extLst xmlns:a="http://schemas.openxmlformats.org/drawingml/2006/main">
              <a:ext uri="{FF2B5EF4-FFF2-40B4-BE49-F238E27FC236}">
                <a16:creationId xmlns:a16="http://schemas.microsoft.com/office/drawing/2014/main" id="{7674AE75-4637-4D27-98D7-1316F9B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1AA3A3E9-1A45-4A52-9E1F-F41B0C6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14C28A8-6320-4C32-B742-AB4328EC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내부 흐름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분리 검증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8D978F08-8E28-44EF-B372-971D73D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Test Agent가 클라이언트·서버·DB 흐름을 각각 확인합니다.</a:t>
            </a:r>
          </a:p>
        </p:txBody>
      </p:sp>
      <p:sp>
        <p:nvSpPr>
          <p:cNvPr id="29" name="step-card-6">
            <a:extLst xmlns:a="http://schemas.openxmlformats.org/drawingml/2006/main">
              <a:ext uri="{FF2B5EF4-FFF2-40B4-BE49-F238E27FC236}">
                <a16:creationId xmlns:a16="http://schemas.microsoft.com/office/drawing/2014/main" id="{71AE1704-4D9E-4432-997B-D2E0013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289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step-label-6">
            <a:extLst xmlns:a="http://schemas.openxmlformats.org/drawingml/2006/main">
              <a:ext uri="{FF2B5EF4-FFF2-40B4-BE49-F238E27FC236}">
                <a16:creationId xmlns:a16="http://schemas.microsoft.com/office/drawing/2014/main" id="{F05273CD-15E5-4602-8CFE-5D2199E6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956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STEP 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7A986FF1-83EF-4733-B0D5-53D6BC2F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Playwright</a:t>
            </a:r>
          </a:p>
          <a:p xmlns:a="http://schemas.openxmlformats.org/drawingml/2006/main">
            <a:pPr algn="l">
              <a:def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E2E 검증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62E10FE-7BFB-4BD8-B944-B22B4D6B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38600"/>
            <a:ext cx="1276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핵심 기능 완성 후 실제 사용자 여정을 끝까지 검증합니다.</a:t>
            </a:r>
          </a:p>
        </p:txBody>
      </p:sp>
      <p:sp>
        <p:nvSpPr>
          <p:cNvPr id="33" name="workflow-tools">
            <a:extLst xmlns:a="http://schemas.openxmlformats.org/drawingml/2006/main">
              <a:ext uri="{FF2B5EF4-FFF2-40B4-BE49-F238E27FC236}">
                <a16:creationId xmlns:a16="http://schemas.microsoft.com/office/drawing/2014/main" id="{60F221C7-5CB0-433D-9F48-2652926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DESIGN SKILL   ·   PLANNER AGENT   ·   TEST AGENT</a:t>
            </a:r>
          </a:p>
        </p:txBody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8858549-30E7-4BD5-A10F-BB3F14C4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개발 워크플로우</a:t>
            </a:r>
          </a:p>
        </p:txBody>
      </p:sp>
      <p:sp>
        <p:nvSpPr>
          <p:cNvPr id="3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F95265-4DA8-4466-9A86-95DDF5B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999955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EF2FF"/>
            </a:gs>
            <a:gs pos="44000">
              <a:srgbClr val="F8F9FC"/>
            </a:gs>
            <a:gs pos="73000">
              <a:srgbClr val="F5F9FA"/>
            </a:gs>
            <a:gs pos="100000">
              <a:srgbClr val="EAFBF7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F7CEF3CC-3840-4C6C-926D-FBF1893E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WEEKLY UPDATES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9E23AD-ECF0-4781-B460-A155FE4E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Mock을 걷어내고, 실제 서비스 흐름을 완성했습니다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BB054A-E13D-4498-9134-0DA6FCE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데이터 연결부터 면담 확정 후 소통, 계정 관리까지 사용자 여정의 빈틈을 채웠습니다.</a:t>
            </a:r>
          </a:p>
        </p:txBody>
      </p:sp>
      <p:sp>
        <p:nvSpPr>
          <p:cNvPr id="4" name="update-card-01">
            <a:extLst xmlns:a="http://schemas.openxmlformats.org/drawingml/2006/main">
              <a:ext uri="{FF2B5EF4-FFF2-40B4-BE49-F238E27FC236}">
                <a16:creationId xmlns:a16="http://schemas.microsoft.com/office/drawing/2014/main" id="{A82E1AF1-06D4-42DE-BA8B-1B81347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update-label-01">
            <a:extLst xmlns:a="http://schemas.openxmlformats.org/drawingml/2006/main">
              <a:ext uri="{FF2B5EF4-FFF2-40B4-BE49-F238E27FC236}">
                <a16:creationId xmlns:a16="http://schemas.microsoft.com/office/drawing/2014/main" id="{7516875F-6162-4F0F-B5D4-CF9886CF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UPDATE 01</a:t>
            </a:r>
          </a:p>
        </p:txBody>
      </p:sp>
      <p:sp>
        <p:nvSpPr>
          <p:cNvPr id="6" name="update-title-01">
            <a:extLst xmlns:a="http://schemas.openxmlformats.org/drawingml/2006/main">
              <a:ext uri="{FF2B5EF4-FFF2-40B4-BE49-F238E27FC236}">
                <a16:creationId xmlns:a16="http://schemas.microsoft.com/office/drawing/2014/main" id="{4214DC4E-9E94-41EF-B271-0F1F7BAA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실제 서버·DB 전환</a:t>
            </a:r>
          </a:p>
        </p:txBody>
      </p:sp>
      <p:sp>
        <p:nvSpPr>
          <p:cNvPr id="7" name="old-box-01">
            <a:extLst xmlns:a="http://schemas.openxmlformats.org/drawingml/2006/main">
              <a:ext uri="{FF2B5EF4-FFF2-40B4-BE49-F238E27FC236}">
                <a16:creationId xmlns:a16="http://schemas.microsoft.com/office/drawing/2014/main" id="{199A89B3-FAFE-41E6-A63E-88FF87A8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E1E6EF"/>
            </a:solidFill>
            <a:prstDash val="solid"/>
          </a:ln>
        </p:spPr>
      </p:sp>
      <p:sp>
        <p:nvSpPr>
          <p:cNvPr id="8" name="old-label-01">
            <a:extLst xmlns:a="http://schemas.openxmlformats.org/drawingml/2006/main">
              <a:ext uri="{FF2B5EF4-FFF2-40B4-BE49-F238E27FC236}">
                <a16:creationId xmlns:a16="http://schemas.microsoft.com/office/drawing/2014/main" id="{A4C764CD-7BBE-4255-9C07-70CD41B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MOCK SERVER</a:t>
            </a:r>
          </a:p>
        </p:txBody>
      </p:sp>
      <p:sp>
        <p:nvSpPr>
          <p:cNvPr id="9" name="transition-arrow-01">
            <a:extLst xmlns:a="http://schemas.openxmlformats.org/drawingml/2006/main">
              <a:ext uri="{FF2B5EF4-FFF2-40B4-BE49-F238E27FC236}">
                <a16:creationId xmlns:a16="http://schemas.microsoft.com/office/drawing/2014/main" id="{92F30D00-27B0-4A1C-9D34-BBB760E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new-box-01">
            <a:extLst xmlns:a="http://schemas.openxmlformats.org/drawingml/2006/main">
              <a:ext uri="{FF2B5EF4-FFF2-40B4-BE49-F238E27FC236}">
                <a16:creationId xmlns:a16="http://schemas.microsoft.com/office/drawing/2014/main" id="{4305ABFF-B4E1-44D4-A021-1B2E6BC5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C7D5FF"/>
            </a:solidFill>
            <a:prstDash val="solid"/>
          </a:ln>
        </p:spPr>
      </p:sp>
      <p:sp>
        <p:nvSpPr>
          <p:cNvPr id="11" name="new-label-01">
            <a:extLst xmlns:a="http://schemas.openxmlformats.org/drawingml/2006/main">
              <a:ext uri="{FF2B5EF4-FFF2-40B4-BE49-F238E27FC236}">
                <a16:creationId xmlns:a16="http://schemas.microsoft.com/office/drawing/2014/main" id="{645775F1-9934-4DC7-B57F-9474035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SERVER + DB</a:t>
            </a:r>
          </a:p>
        </p:txBody>
      </p:sp>
      <p:sp>
        <p:nvSpPr>
          <p:cNvPr id="12" name="update-body-01">
            <a:extLst xmlns:a="http://schemas.openxmlformats.org/drawingml/2006/main">
              <a:ext uri="{FF2B5EF4-FFF2-40B4-BE49-F238E27FC236}">
                <a16:creationId xmlns:a16="http://schemas.microsoft.com/office/drawing/2014/main" id="{D96565C2-17AD-43E0-A117-B5F612D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로그인, 회원가입, 멘토 프로필 조회, 면담 신청 생성 등을 Express·Supabase 기반으로 연결했습니다.</a:t>
            </a:r>
          </a:p>
        </p:txBody>
      </p:sp>
      <p:sp>
        <p:nvSpPr>
          <p:cNvPr id="13" name="update-card-02">
            <a:extLst xmlns:a="http://schemas.openxmlformats.org/drawingml/2006/main">
              <a:ext uri="{FF2B5EF4-FFF2-40B4-BE49-F238E27FC236}">
                <a16:creationId xmlns:a16="http://schemas.microsoft.com/office/drawing/2014/main" id="{A51214FC-FD86-44AB-BD86-7ACD65C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update-label-02">
            <a:extLst xmlns:a="http://schemas.openxmlformats.org/drawingml/2006/main">
              <a:ext uri="{FF2B5EF4-FFF2-40B4-BE49-F238E27FC236}">
                <a16:creationId xmlns:a16="http://schemas.microsoft.com/office/drawing/2014/main" id="{9EFE106E-40BD-4EA3-AD84-559D584B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UPDATE 02</a:t>
            </a:r>
          </a:p>
        </p:txBody>
      </p:sp>
      <p:sp>
        <p:nvSpPr>
          <p:cNvPr id="15" name="update-title-02">
            <a:extLst xmlns:a="http://schemas.openxmlformats.org/drawingml/2006/main">
              <a:ext uri="{FF2B5EF4-FFF2-40B4-BE49-F238E27FC236}">
                <a16:creationId xmlns:a16="http://schemas.microsoft.com/office/drawing/2014/main" id="{0B82D5DB-1BBF-46FA-AFC6-BFCF46B7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242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실시간 채팅 추가</a:t>
            </a:r>
          </a:p>
        </p:txBody>
      </p:sp>
      <p:sp>
        <p:nvSpPr>
          <p:cNvPr id="16" name="old-box-02">
            <a:extLst xmlns:a="http://schemas.openxmlformats.org/drawingml/2006/main">
              <a:ext uri="{FF2B5EF4-FFF2-40B4-BE49-F238E27FC236}">
                <a16:creationId xmlns:a16="http://schemas.microsoft.com/office/drawing/2014/main" id="{253ACB15-6C10-45E9-97B3-1ECF0BA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E1E6EF"/>
            </a:solidFill>
            <a:prstDash val="solid"/>
          </a:ln>
        </p:spPr>
      </p:sp>
      <p:sp>
        <p:nvSpPr>
          <p:cNvPr id="17" name="old-label-02">
            <a:extLst xmlns:a="http://schemas.openxmlformats.org/drawingml/2006/main">
              <a:ext uri="{FF2B5EF4-FFF2-40B4-BE49-F238E27FC236}">
                <a16:creationId xmlns:a16="http://schemas.microsoft.com/office/drawing/2014/main" id="{C7C4034B-55B5-4768-A4FA-68B16594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면담 확정</a:t>
            </a:r>
          </a:p>
        </p:txBody>
      </p:sp>
      <p:sp>
        <p:nvSpPr>
          <p:cNvPr id="18" name="transition-arrow-02">
            <a:extLst xmlns:a="http://schemas.openxmlformats.org/drawingml/2006/main">
              <a:ext uri="{FF2B5EF4-FFF2-40B4-BE49-F238E27FC236}">
                <a16:creationId xmlns:a16="http://schemas.microsoft.com/office/drawing/2014/main" id="{C8EF4FC2-BBCD-45CB-9567-E2E51AA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new-box-02">
            <a:extLst xmlns:a="http://schemas.openxmlformats.org/drawingml/2006/main">
              <a:ext uri="{FF2B5EF4-FFF2-40B4-BE49-F238E27FC236}">
                <a16:creationId xmlns:a16="http://schemas.microsoft.com/office/drawing/2014/main" id="{01EEF7E1-70C6-4E76-A3E9-64F8AD2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C7D5FF"/>
            </a:solidFill>
            <a:prstDash val="solid"/>
          </a:ln>
        </p:spPr>
      </p:sp>
      <p:sp>
        <p:nvSpPr>
          <p:cNvPr id="20" name="new-label-02">
            <a:extLst xmlns:a="http://schemas.openxmlformats.org/drawingml/2006/main">
              <a:ext uri="{FF2B5EF4-FFF2-40B4-BE49-F238E27FC236}">
                <a16:creationId xmlns:a16="http://schemas.microsoft.com/office/drawing/2014/main" id="{E6718843-F725-4669-8166-1460332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실시간 협의</a:t>
            </a:r>
          </a:p>
        </p:txBody>
      </p:sp>
      <p:sp>
        <p:nvSpPr>
          <p:cNvPr id="21" name="update-body-02">
            <a:extLst xmlns:a="http://schemas.openxmlformats.org/drawingml/2006/main">
              <a:ext uri="{FF2B5EF4-FFF2-40B4-BE49-F238E27FC236}">
                <a16:creationId xmlns:a16="http://schemas.microsoft.com/office/drawing/2014/main" id="{1283C8B9-2259-4D77-8CF6-BB93A4A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면담 확정 후 멘토와 멘티가 채팅으로 장소와 시간을 바로 협의할 수 있습니다.</a:t>
            </a:r>
          </a:p>
        </p:txBody>
      </p:sp>
      <p:sp>
        <p:nvSpPr>
          <p:cNvPr id="22" name="update-card-03">
            <a:extLst xmlns:a="http://schemas.openxmlformats.org/drawingml/2006/main">
              <a:ext uri="{FF2B5EF4-FFF2-40B4-BE49-F238E27FC236}">
                <a16:creationId xmlns:a16="http://schemas.microsoft.com/office/drawing/2014/main" id="{8EFAEC76-087B-4BFE-B05D-A448F5C5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update-label-03">
            <a:extLst xmlns:a="http://schemas.openxmlformats.org/drawingml/2006/main">
              <a:ext uri="{FF2B5EF4-FFF2-40B4-BE49-F238E27FC236}">
                <a16:creationId xmlns:a16="http://schemas.microsoft.com/office/drawing/2014/main" id="{34965F85-BE51-4252-ACFC-A76584F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UPDATE 03</a:t>
            </a:r>
          </a:p>
        </p:txBody>
      </p:sp>
      <p:sp>
        <p:nvSpPr>
          <p:cNvPr id="24" name="update-title-03">
            <a:extLst xmlns:a="http://schemas.openxmlformats.org/drawingml/2006/main">
              <a:ext uri="{FF2B5EF4-FFF2-40B4-BE49-F238E27FC236}">
                <a16:creationId xmlns:a16="http://schemas.microsoft.com/office/drawing/2014/main" id="{B4511C7A-1E22-4E2D-854A-4A30B2DE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242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A31"/>
                </a:solidFill>
                <a:latin typeface="Malgun Gothic"/>
                <a:ea typeface="Malgun Gothic"/>
                <a:cs typeface="Malgun Gothic"/>
              </a:rPr>
              <a:t>개인정보 수정 추가</a:t>
            </a:r>
          </a:p>
        </p:txBody>
      </p:sp>
      <p:sp>
        <p:nvSpPr>
          <p:cNvPr id="25" name="old-box-03">
            <a:extLst xmlns:a="http://schemas.openxmlformats.org/drawingml/2006/main">
              <a:ext uri="{FF2B5EF4-FFF2-40B4-BE49-F238E27FC236}">
                <a16:creationId xmlns:a16="http://schemas.microsoft.com/office/drawing/2014/main" id="{09E8BBBD-F69A-4B56-B429-91CECA66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E1E6EF"/>
            </a:solidFill>
            <a:prstDash val="solid"/>
          </a:ln>
        </p:spPr>
      </p:sp>
      <p:sp>
        <p:nvSpPr>
          <p:cNvPr id="26" name="old-label-03">
            <a:extLst xmlns:a="http://schemas.openxmlformats.org/drawingml/2006/main">
              <a:ext uri="{FF2B5EF4-FFF2-40B4-BE49-F238E27FC236}">
                <a16:creationId xmlns:a16="http://schemas.microsoft.com/office/drawing/2014/main" id="{83F16A0A-C6BF-4284-A4A7-C052D61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정보 조회</a:t>
            </a:r>
          </a:p>
        </p:txBody>
      </p:sp>
      <p:sp>
        <p:nvSpPr>
          <p:cNvPr id="27" name="transition-arrow-03">
            <a:extLst xmlns:a="http://schemas.openxmlformats.org/drawingml/2006/main">
              <a:ext uri="{FF2B5EF4-FFF2-40B4-BE49-F238E27FC236}">
                <a16:creationId xmlns:a16="http://schemas.microsoft.com/office/drawing/2014/main" id="{AEE60E87-D177-4122-9C99-BE1089CD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new-box-03">
            <a:extLst xmlns:a="http://schemas.openxmlformats.org/drawingml/2006/main">
              <a:ext uri="{FF2B5EF4-FFF2-40B4-BE49-F238E27FC236}">
                <a16:creationId xmlns:a16="http://schemas.microsoft.com/office/drawing/2014/main" id="{CC577690-0161-4052-8622-7BEC2318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433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C7D5FF"/>
            </a:solidFill>
            <a:prstDash val="solid"/>
          </a:ln>
        </p:spPr>
      </p:sp>
      <p:sp>
        <p:nvSpPr>
          <p:cNvPr id="29" name="new-label-03">
            <a:extLst xmlns:a="http://schemas.openxmlformats.org/drawingml/2006/main">
              <a:ext uri="{FF2B5EF4-FFF2-40B4-BE49-F238E27FC236}">
                <a16:creationId xmlns:a16="http://schemas.microsoft.com/office/drawing/2014/main" id="{ECC062AD-C8EF-494C-A5BA-CBCB67B6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직접 수정</a:t>
            </a:r>
          </a:p>
        </p:txBody>
      </p:sp>
      <p:sp>
        <p:nvSpPr>
          <p:cNvPr id="30" name="update-body-03">
            <a:extLst xmlns:a="http://schemas.openxmlformats.org/drawingml/2006/main">
              <a:ext uri="{FF2B5EF4-FFF2-40B4-BE49-F238E27FC236}">
                <a16:creationId xmlns:a16="http://schemas.microsoft.com/office/drawing/2014/main" id="{06A9A69E-12CC-402C-B642-7B3753A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E596F"/>
                </a:solidFill>
                <a:latin typeface="Malgun Gothic"/>
                <a:ea typeface="Malgun Gothic"/>
                <a:cs typeface="Malgun Gothic"/>
              </a:rPr>
              <a:t>사용자가 자신의 기본 정보를 직접 확인하고 최신 상태로 수정할 수 있도록 했습니다.</a:t>
            </a:r>
          </a:p>
        </p:txBody>
      </p:sp>
      <p:sp>
        <p:nvSpPr>
          <p:cNvPr id="31" name="weekly-summary">
            <a:extLst xmlns:a="http://schemas.openxmlformats.org/drawingml/2006/main">
              <a:ext uri="{FF2B5EF4-FFF2-40B4-BE49-F238E27FC236}">
                <a16:creationId xmlns:a16="http://schemas.microsoft.com/office/drawing/2014/main" id="{31D4CD61-27B2-4C7F-8FEC-36A9BB29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2F5"/>
                </a:solidFill>
                <a:latin typeface="Malgun Gothic"/>
                <a:ea typeface="Malgun Gothic"/>
                <a:cs typeface="Malgun Gothic"/>
              </a:rPr>
              <a:t>실제 데이터 연결  →  면담 확정 후 협의  →  사용자 정보 관리</a:t>
            </a:r>
          </a:p>
        </p:txBody>
      </p:sp>
      <p:sp>
        <p:nvSpPr>
          <p:cNvPr id="3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8C6A67D-BF55-43A1-A415-7C52A293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이번 주 강화 기능</a:t>
            </a:r>
          </a:p>
        </p:txBody>
      </p:sp>
      <p:sp>
        <p:nvSpPr>
          <p:cNvPr id="3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57D9A1-A338-4AB9-B791-EA33923C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38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7010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2026-07-24T04:21:21.5990000Z</dcterms:created>
  <dcterms:modified xsi:type="dcterms:W3CDTF">2026-07-24T04:21:21.5990000Z</dcterms:modified>
</coreProperties>
</file>