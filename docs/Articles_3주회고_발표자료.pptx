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 + 오늘 다룰 3가지(소개 → 작업 과정 → 시연)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스크린샷(showcase/screenshots/dashboard.webp 등) 1~2장 삽입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"판단 없이 완독만 해도 성공 신호"라는 지표 분리 정책(완독률과 판단수행률을 별도 집계) 한 줄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흐름 순서(대시보드→리더뷰→바텀시트→단어장)로 설명하며, 앞 슬라이드의 기능 번호(①~④)와 연결해준다.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haiku 고정인지 — "요약/번역/용어선별/심리판별이 짧고 정형화된 반복 작업이라 저지연·저비용 모델이 적합" 한 줄 근거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"지금 우리가 어디에 있는지"를 짚어주는 슬라이드 — 3주차까지는 계획대로 완료, 남은 건 다듬기와 배포뿐이라는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이슈 #12~#16으로 트래킹하며 진행. 7/24 쇼케이스 자료 정리로 3주차 마무리. mock으로는 안 보이던 엣지케이스가 실 연결 후 드러난 사례(파싱 fallback, stale 제목)를 짚어줄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“역할 분담” 프레임으로 설명 — 사람은 의사결정, AI는 분해·구현·검증.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4개가 프로젝트 진행 중 필요해진 시점에 하나씩 추가된 순서라는 점(디자인 일관성 → 계획 자동화 → 신뢰성 검증 → 회귀 방지)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"지금부터는 화면으로 직접 보여드리겠습니다" 전환 멘트만 준비하고, 실제 진행은 라이브로.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예상 질문 미리 메모 — 예) "Agent는 왜 읽기 전용으로 만들었나요?" → 계획 단계에서 코드를 건드리면 검증되지 않은 변경이 섞일 위험이 있어서.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3주간 AI와 함께 만든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영문 뉴스 기반 모의투자 학습 서비스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순서로 일했고, 어떤 Skill/Agent를 썼는가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김정훈 · 2026-07-24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 프로젝트 한눈에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91153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초보자는 번역기를 써도 낯선 금융 영어 문장 구조를 이해하기 어렵고, 하루에 쏟아지는 외신 중 무엇이 주가에 실질적 영향을 주는지 선별할 기준이 없어 쉽게 지치고 포기한다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해외주식 · 영문뉴스 모두 처음인 완전 초보자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정의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"번역기 없이 원문을 완독하고, 스스로 판단한 뒤 AI 해석과 비교하며 배우는 모의투자 학습 도구"</a:t>
            </a:r>
            <a:endParaRPr lang="en-US" sz="1500" dirty="0"/>
          </a:p>
          <a:p>
            <a:pPr lvl="1" marL="4572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증권사 매매 연동은 스코프 밖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4가지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사이드바 + 대시보드 + 리더뷰(+바텀시트) + 인사이트 노트 + 단어장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911535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리더뷰 + 문장 단위 인라인 번역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752344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최우선 · 팝업이 아닌 문장 아래 아코디언으로 번역 노출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911535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31927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문단 3줄 요약 + 종목 영향 해설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666744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insight / marketSentiment는 판단 전까지 블라인드 처리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11535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423367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투자심리 판단 (Bullish/Neutral/Bearish)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581144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바텀시트에서 내 선택과 AI 시장 해석 비교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911535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5486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5148072"/>
            <a:ext cx="9814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단어장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495544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 분석 시 핵심 용어 3~5개 자동 적재, 최신순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스크린샷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사용 흐름 순서 — 대시보드에서 기사를 고르고, 읽고, 판단하고, 단어를 쌓는다</a:t>
            </a:r>
            <a:endParaRPr lang="en-US" sz="1300" dirty="0"/>
          </a:p>
        </p:txBody>
      </p:sp>
      <p:pic>
        <p:nvPicPr>
          <p:cNvPr id="6" name="Image 0" descr="img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31720"/>
            <a:ext cx="5318608" cy="3545738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331720"/>
            <a:ext cx="5318608" cy="3545738"/>
          </a:xfrm>
          <a:prstGeom prst="rect">
            <a:avLst/>
          </a:prstGeom>
          <a:ln w="12700">
            <a:solidFill>
              <a:srgbClr val="D6D9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914034"/>
            <a:ext cx="531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</a:t>
            </a:r>
            <a:pPr indent="0" marL="0">
              <a:buNone/>
            </a:pPr>
            <a:r>
              <a:rPr lang="en-US" sz="125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250" dirty="0"/>
          </a:p>
        </p:txBody>
      </p:sp>
      <p:pic>
        <p:nvPicPr>
          <p:cNvPr id="9" name="Image 1" descr="img/r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2331720"/>
            <a:ext cx="5318608" cy="3545738"/>
          </a:xfrm>
          <a:prstGeom prst="ellipse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33008" y="2331720"/>
            <a:ext cx="5318608" cy="3545738"/>
          </a:xfrm>
          <a:prstGeom prst="rect">
            <a:avLst/>
          </a:prstGeom>
          <a:ln w="12700">
            <a:solidFill>
              <a:srgbClr val="D6D9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33008" y="5914034"/>
            <a:ext cx="531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</a:t>
            </a:r>
            <a:pPr indent="0" marL="0">
              <a:buNone/>
            </a:pPr>
            <a:r>
              <a:rPr lang="en-US" sz="125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리더뷰 · 문장 번역</a:t>
            </a:r>
            <a:endParaRPr lang="en-US" sz="1250" dirty="0"/>
          </a:p>
        </p:txBody>
      </p:sp>
      <p:pic>
        <p:nvPicPr>
          <p:cNvPr id="12" name="Image 2" descr="img/bottom-she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62674"/>
            <a:ext cx="5318608" cy="3545738"/>
          </a:xfrm>
          <a:prstGeom prst="ellipse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0080" y="6462674"/>
            <a:ext cx="5318608" cy="3545738"/>
          </a:xfrm>
          <a:prstGeom prst="rect">
            <a:avLst/>
          </a:prstGeom>
          <a:ln w="12700">
            <a:solidFill>
              <a:srgbClr val="D6D9E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0080" y="10044989"/>
            <a:ext cx="531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②③  </a:t>
            </a:r>
            <a:pPr indent="0" marL="0">
              <a:buNone/>
            </a:pPr>
            <a:r>
              <a:rPr lang="en-US" sz="125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바텀시트 · 판단 비교</a:t>
            </a:r>
            <a:endParaRPr lang="en-US" sz="1250" dirty="0"/>
          </a:p>
        </p:txBody>
      </p:sp>
      <p:pic>
        <p:nvPicPr>
          <p:cNvPr id="15" name="Image 3" descr="img/vocabul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6462674"/>
            <a:ext cx="5318608" cy="3545738"/>
          </a:xfrm>
          <a:prstGeom prst="ellipse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33008" y="6462674"/>
            <a:ext cx="5318608" cy="3545738"/>
          </a:xfrm>
          <a:prstGeom prst="rect">
            <a:avLst/>
          </a:prstGeom>
          <a:ln w="12700">
            <a:solidFill>
              <a:srgbClr val="D6D9E0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233008" y="10044989"/>
            <a:ext cx="531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 </a:t>
            </a:r>
            <a:pPr indent="0" marL="0">
              <a:buNone/>
            </a:pPr>
            <a:r>
              <a:rPr lang="en-US" sz="125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단어장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828800"/>
            <a:ext cx="8991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19 + Vite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286000"/>
            <a:ext cx="8991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Express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+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743200"/>
            <a:ext cx="8991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(RLS로 사용자별 단어장·판단 기록 격리)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200400"/>
            <a:ext cx="89912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API (claude-haiku-4-5 고정)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하이라이트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109115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호출 1번으로 문장 번역·용어 선별·문단 요약·insight·marketSentiment 5개 필드를 동시에 받아 응답 지연과 비용을 절감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CNBC RSS 수집 → 본문 분량 필터 → LLM 투자/가독성 점수, 3단계 파이프라인으로 대시보드 “오늘의 핵심 기사”를 매일 자동 큐레이션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완독과 판단 수행률을 article_reads 테이블로 분리 집계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11535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1188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798545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프로토타입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80015" y="1828800"/>
            <a:ext cx="1188720" cy="649224"/>
          </a:xfrm>
          <a:prstGeom prst="rect">
            <a:avLst/>
          </a:prstGeom>
          <a:solidFill>
            <a:srgbClr val="1E8E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911535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1188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606040"/>
            <a:ext cx="798545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구현 + 백엔드 뼈대 (+Supabase 조기 도입)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80015" y="2606040"/>
            <a:ext cx="1188720" cy="649224"/>
          </a:xfrm>
          <a:prstGeom prst="rect">
            <a:avLst/>
          </a:prstGeom>
          <a:solidFill>
            <a:srgbClr val="1E8E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10911535" cy="649224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83280"/>
            <a:ext cx="1188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383280"/>
            <a:ext cx="798545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로직 완성 (실 LLM 연결 · DB 전환 · 테스트/CI)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80015" y="3383280"/>
            <a:ext cx="1188720" cy="649224"/>
          </a:xfrm>
          <a:prstGeom prst="rect">
            <a:avLst/>
          </a:prstGeom>
          <a:solidFill>
            <a:srgbClr val="1E8E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911535" cy="649224"/>
          </a:xfrm>
          <a:prstGeom prst="roundRect">
            <a:avLst>
              <a:gd name="adj" fmla="val 11268"/>
            </a:avLst>
          </a:prstGeom>
          <a:solidFill>
            <a:srgbClr val="DBE1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160520"/>
            <a:ext cx="1188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4주차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4160520"/>
            <a:ext cx="7985455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 심화, UI 폴리싱·버그 수정, 배포, 발표 자료 준비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80015" y="4160520"/>
            <a:ext cx="1188720" cy="649224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(참고) 아직 주차 배정 전인 “5주차 제안” UX 개선 백로그 존재 — 판단 적중률 트렌드, 단어장 플래시카드 등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3 DETAIL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3주차에 진행한 작업 내용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18872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 LLM 연결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analyzeArticle 실제 Claude 연결 (7/22)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검증 스크립트로 출력 안정화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직후 CNBC 파싱 fallback 버그, stale 제목 버그 즉시 발견·수정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0148" y="182880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3028" y="1965960"/>
            <a:ext cx="118872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#12 · #16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93028" y="233172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전환 &amp; 로깅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93028" y="272491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decisionStore.js → Supabase 전환 (7/21)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완독 · 판단 수행률 분리 로깅 (article_reads 테이블)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노트 저장 완료 토스트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118872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RSS 큐레이션 고도화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1947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CNBC 3단계 선별 기준으로 전면 교체 (7/20)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필터 → 본문 분량 필터 → LLM 점수 직렬 구조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0148" y="402336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3028" y="4160520"/>
            <a:ext cx="118872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93028" y="45262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&amp; CI 인프라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93028" y="491947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Vitest + Testing Library 환경 구성 (7/23)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테스트 추가, 완독 로깅 중복 기록 버그 수정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테스트/린트 CI 워크플로 신설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AI와 일하는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DBE1F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104543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“저는 문제 정의, 핵심 기능 우선순위, 화면별 정책(블라인드 처리·저장 시점 등)을 정했습니다. AI는 요구사항을 Task로 쪼개고, 구현 코드를 작성하고, 구현이 스펙과 실제로 일치하는지 코드와 실행 중인 서버를 근거로 검증했습니다.”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기획서(docs/plan.md) 확인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429000"/>
            <a:ext cx="457200" cy="0"/>
          </a:xfrm>
          <a:prstGeom prst="line">
            <a:avLst/>
          </a:prstGeom>
          <a:noFill/>
          <a:ln w="19050">
            <a:solidFill>
              <a:srgbClr val="D6D9E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534869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12" name="Text 10"/>
          <p:cNvSpPr/>
          <p:nvPr/>
        </p:nvSpPr>
        <p:spPr>
          <a:xfrm>
            <a:off x="2534869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97709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feature-slice로 Task 분해 + 우선순위 부여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92069" y="3429000"/>
            <a:ext cx="457200" cy="0"/>
          </a:xfrm>
          <a:prstGeom prst="line">
            <a:avLst/>
          </a:prstGeom>
          <a:noFill/>
          <a:ln w="19050">
            <a:solidFill>
              <a:srgbClr val="D6D9E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429658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16" name="Text 14"/>
          <p:cNvSpPr/>
          <p:nvPr/>
        </p:nvSpPr>
        <p:spPr>
          <a:xfrm>
            <a:off x="442965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2498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Issue 등록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86858" y="3429000"/>
            <a:ext cx="457200" cy="0"/>
          </a:xfrm>
          <a:prstGeom prst="line">
            <a:avLst/>
          </a:prstGeom>
          <a:noFill/>
          <a:ln w="19050">
            <a:solidFill>
              <a:srgbClr val="D6D9E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24448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20" name="Text 18"/>
          <p:cNvSpPr/>
          <p:nvPr/>
        </p:nvSpPr>
        <p:spPr>
          <a:xfrm>
            <a:off x="6324448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87288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81648" y="3429000"/>
            <a:ext cx="457200" cy="0"/>
          </a:xfrm>
          <a:prstGeom prst="line">
            <a:avLst/>
          </a:prstGeom>
          <a:noFill/>
          <a:ln w="19050">
            <a:solidFill>
              <a:srgbClr val="D6D9E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219237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9237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082077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feature-verify로 스펙 대비 검증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76437" y="3429000"/>
            <a:ext cx="457200" cy="0"/>
          </a:xfrm>
          <a:prstGeom prst="line">
            <a:avLst/>
          </a:prstGeom>
          <a:noFill/>
          <a:ln w="19050">
            <a:solidFill>
              <a:srgbClr val="D6D9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114026" y="3200400"/>
            <a:ext cx="457200" cy="457200"/>
          </a:xfrm>
          <a:prstGeom prst="ellipse">
            <a:avLst/>
          </a:prstGeom>
          <a:solidFill>
            <a:srgbClr val="004AC6"/>
          </a:solidFill>
          <a:ln/>
        </p:spPr>
      </p:sp>
      <p:sp>
        <p:nvSpPr>
          <p:cNvPr id="28" name="Text 26"/>
          <p:cNvSpPr/>
          <p:nvPr/>
        </p:nvSpPr>
        <p:spPr>
          <a:xfrm>
            <a:off x="10114026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76866" y="3749040"/>
            <a:ext cx="171190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docs/backlog.md에 진행 상황 기록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AGENTS &amp; SKILLS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전담 Agent 2개 + Skill 2개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9728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92828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2026-07-13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feature-slice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→ 하루 단위 Task + 최우선/P0/P1 우선순위. plan.md/api-spec.md 선확인, 스코프 크리프 경계. 읽기 전용.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0148" y="182880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3028" y="1965960"/>
            <a:ext cx="1097280" cy="274320"/>
          </a:xfrm>
          <a:prstGeom prst="rect">
            <a:avLst/>
          </a:prstGeom>
          <a:solidFill>
            <a:srgbClr val="004A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62895" y="1965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2026-07-17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93028" y="233172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feature-verify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93028" y="272491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“구현했다” ≠ “검증됐다” — checklist 체크박스는 불신, 코드+실행 중인 서버로 PASS/FAIL 판정. 근거는 항상 파일경로:줄번호.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1097280" cy="274320"/>
          </a:xfrm>
          <a:prstGeom prst="rect">
            <a:avLst/>
          </a:prstGeom>
          <a:solidFill>
            <a:srgbClr val="0017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92828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2026-07-09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91947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색상/타이포/컴포넌트/인터랙션 규칙 단일 소스. 과거 회귀(JS 금지, :focus/:checked/&lt;details&gt;만)를 규칙화.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0148" y="4023360"/>
            <a:ext cx="534146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3028" y="4160520"/>
            <a:ext cx="1097280" cy="274320"/>
          </a:xfrm>
          <a:prstGeom prst="rect">
            <a:avLst/>
          </a:prstGeom>
          <a:solidFill>
            <a:srgbClr val="0017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62895" y="4160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2026-07-23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93028" y="4526280"/>
            <a:ext cx="4975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testing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93028" y="4919472"/>
            <a:ext cx="49757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Vitest describe/it 구조(정상/빈값/경계값/실패케이스), it.each, vi.spyOn+afterEach 컨벤션.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4A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0"/>
          </a:xfrm>
          <a:prstGeom prst="line">
            <a:avLst/>
          </a:prstGeom>
          <a:noFill/>
          <a:ln w="12700">
            <a:solidFill>
              <a:srgbClr val="D6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828800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카드 클릭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13432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리더뷰에서 문장 탭 → 아코디언 번역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27980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98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798064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3줄 요약 확인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2826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282696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버튼 클릭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767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767328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바텀시트 — 내 선택 vs AI marketSentiment 비교, insight 공개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251960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바텀시트 닫기 → 저장 토스트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736592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노트에서 기록 확인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0080" y="52212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4AC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221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5221224"/>
            <a:ext cx="10408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1C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단어장 자동 적재 확인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7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115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배운 점</a:t>
            </a:r>
            <a:endParaRPr lang="en-US" sz="1500" dirty="0"/>
          </a:p>
          <a:p>
            <a:pPr marL="228600" indent="-228600"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의사결정/우선순위, AI는 분해·구현·검증 — 역할을 나누면 속도와 신뢰를 동시에 얻는다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일 (4주차)</a:t>
            </a:r>
            <a:endParaRPr lang="en-US" sz="1500" dirty="0"/>
          </a:p>
          <a:p>
            <a:pPr marL="228600" indent="-228600">
              <a:spcAft>
                <a:spcPts val="2400"/>
              </a:spcAft>
              <a:buSzPct val="100000"/>
              <a:buChar char="●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테스트 심화, UI 폴리싱, 배포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BE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Articles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37215" y="64739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346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Articles — 3주간 AI와 함께 만든 영문 뉴스 기반 모의투자 학습 서비스</dc:title>
  <dc:subject>PptxGenJS Presentation</dc:subject>
  <dc:creator>KimJeongHun</dc:creator>
  <cp:lastModifiedBy>KimJeongHun</cp:lastModifiedBy>
  <cp:revision>1</cp:revision>
  <dcterms:created xsi:type="dcterms:W3CDTF">2026-07-24T04:19:11Z</dcterms:created>
  <dcterms:modified xsi:type="dcterms:W3CDTF">2026-07-24T04:19:11Z</dcterms:modified>
</cp:coreProperties>
</file>