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02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WeatherPilot 만들고 있는 양서형입니다. WeatherPilot은 날씨 데이터로 소상공인 매출을 지키는 자율 마케팅 에이전트입니다. 비 오는 날, 폭염인 날 매출이 빠지는 걸 에이전트가 미리 감지해서 마케팅 문자를 준비해 두고, 사장님은 검토·승인만 하는 서비스예요. 오늘은 프로젝트를 처음 보시는 분도 이해하실 수 있게 소개하고, 3주간 작업 과정을 설명한 뒤, 배포된 앱으로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상권 데이터를 보면 비 오는 날 매출이 평균 18%, 폭염 낮 시간대엔 20%까지 빠집니다. 날씨는 예보로 미리 알 수 있는데도 매출은 그냥 빠져요. 사장님 입장에선 대응이 전부 수작업이기 때문입니다. 오늘 날씨 확인하고, 문구 고민하고, 발송까지 — 장사하면서 매일 하기는 어렵죠. 이들이 원하는 건 더 좋은 툴이 아니라 마케팅을 신경 쓰지 않아도 되는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동작은 다섯 단계입니다. 날씨와 매출을 분석하고, 문구·쿠폰 초안을 만들고, 사장님이 검토·승인하면, 발송하고, 쿠폰 사용을 추적합니다. 여기서 핵심은 세 번째, 사람이 게이트라는 거예요. 에이전트가 다 준비하지만 발송 버튼은 사장님이 누릅니다.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스코프는 정직하게 표기했습니다. 날씨는 기상청과 OpenWeatherMap 실연동, LLM은 Groq, 문자는 Solapi로 제 번호에 실제 발송, DB·스케줄러도 실구축, 인스타그램은 본인 계정 게시까지 붙였습니다. POS 연동은 수동 입력과 CSV로 대체했고, 카카오 알림톡·080 실회선·타인 계정 SNS 게시는 모의로 뒀습니다. '뭐가 진짜냐'를 항상 이 표로 먼저 말씀드리고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어떻게 만들었는지 3주로 요약하면 — 1주차엔 날씨 앙상블과 DB를 세웠습니다. 기상청과 OpenWeatherMap 두 소스를 가중 병합하고 한쪽이 죽으면 폴백하게 했고, 매출 30일치로 이 가게의 날씨별 진단을 계산했습니다. 2주차엔 에이전트 코어 — LLM이 제안을 만들고, 스키마 검증과 가드레일로 안전하게 거른 뒤, 매일 아침 6시 반 크론이 자동 생성합니다. 3주차엔 프론트를 실연동하고, (광고) 문자를 실제로 보내고, 쿠폰 추적을 붙이고, Vercel과 Render로 배포했습니다.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원칙 세 가지를 지켰습니다. 첫째, API 키는 전부 서버에만 있고 프론트엔 시크릿이 하나도 없습니다. 둘째, 광고 문자 관련 법적 필터는 서버가 강제해서 UI를 우회해도 법은 못 우회합니다. 셋째, 에이전트 파이프라인은 순수 함수라 크론이 돌리든 API가 부르든 테스트가 부르든 같은 코드가 돕니다. 이 세 가지가 이 프로젝트에서 제일 신경 쓴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기술은 다섯 개입니다. 날씨 앙상블은 두 소스를 가중 병합하고 장애 시 폴백합니다. 실매출 진단은 이 가게 데이터로 비 오는 날 몇 퍼센트 빠지는지 실제로 계산합니다. LLM은 Groq가 생성하되 할인율 상한·금칙어·창작 상호를 서버 가드레일이 다시 검사합니다. 쿠폰 실측은 쿠폰 코드로 이 캠페인이 만든 매출을 직접 추적합니다. 실시간처럼 보이지만 실제로는 누적 집계라고 정직하게 표기합니다.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배포된 앱으로 시연하겠습니다. 첫째, 우리 앱 날씨와 네이버 날씨를 나란히 놓고 여러 실제 API를 합친 값임을 보여드립니다. 둘째, 대시보드에 뜬 오늘 제안 — 저장된 mock이 아니라 방금 날씨와 매출을 보고 Groq가 생성한 문구입니다. 셋째, '이대로 발송'을 누르면 서버가 동의자만 걸러 (광고) 표기 문자를 제 폰으로 실제 보냅니다. 넷째, 쿠폰을 사용 처리하면 추적 카드에 사용 인원과 귀속 매출이 반영됩니다. (야간이면 발송이 예약으로 전환되니, 미리 받아둔 문자를 보여줍니다.)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 뒤 결과입니다. 프론트는 Vercel, 백엔드는 Render에 배포했고, 서버 테스트 126개가 통과합니다. 날씨·LLM·문자 세 가지 실연동을 배포 환경에서 검증했습니다. 제안 조회부터 승인, (광고) 문자 발송, 쿠폰 사용, 추적까지 전 플로우가 배포 URL에서 실제로 돌고, 매일 아침 크론도 상시 실행됩니다.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솔직히 코드 대부분은 AI가 썼습니다. 그래서 이 3주는 정신력 이야기가 아니라 관찰 보고입니다. AI는 문법·프레임워크·API·배포 같은 '코드를 쓰는 능력'의 격차를 체감되지 않을 만큼 좁혀 줬습니다. 반면 무엇을 안 만들지 정하고, 완료 기준을 먼저 쓰고, 결과를 의심해 검증을 시스템으로 만드는 일은 사람 몫이었습니다. AI가 빨라질수록 병목은 검증하는 사람이었습니다.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여기까지가 3주 동안 만든 WeatherPilot입니다. 배포 URL에서 직접 만져보실 수 있고, 질문 환영합니다.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A2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7452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데이터로 소상공인의 매출을 지키는 자율 마케팅 에이전트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43000" y="3566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오는 날, 폭염인 날 매출이 빠지는 걸 에이전트가 미리 감지해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문자를 준비해 두고 — 사장님은 검토하고 승인만 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발표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양서형  ·  weatherpilot-web.vercel.app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왜 만들었나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날씨가 바뀌면 매출이 빠진다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오는 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7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−18%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카페·식당 평균 매출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0624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폭염 낮 시간대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4688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7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20624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방문 급감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82880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80960" y="21031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날씨는 예보로 미리 아는데도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24871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매출은 그냥 빠집니다.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0960" y="29718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대응이 전부 수작업이라서예요.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확인 → 문구 고민 → 발송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장사하며 매일 하기는 어렵다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470916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 sz="400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91640" y="4526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사장님이 원하는 건 더 좋은 마케팅 툴이 아니라 “마케팅을 안 해도 되는 상태” — 의사결정 대행입니다.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· 무엇을 만들었나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준비하고, 사장님은 승인만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26464" y="2267712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26464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🌦️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날씨·매출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06624" y="251460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90088" y="2011680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776472" y="2267712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76472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0088" y="2852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81528" y="3310128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문구·쿠폰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56632" y="251460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340096" y="2011680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4A90E2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22677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26480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0096" y="2852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31536" y="3310128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검토·승인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251460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690104" y="2011680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76488" y="2267712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476488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90104" y="2852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📨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81544" y="3310128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56648" y="251460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0040112" y="2011680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826496" y="2267712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826496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040112" y="2852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🎟️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131552" y="3310128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사용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14400" y="4718304"/>
            <a:ext cx="566928" cy="566928"/>
          </a:xfrm>
          <a:prstGeom prst="ellipse">
            <a:avLst/>
          </a:prstGeom>
          <a:solidFill>
            <a:srgbClr val="2FB3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14400" y="4718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🖐️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691640" y="45262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세 번째 — 사람이 게이트입니다.  </a:t>
            </a:r>
            <a:r>
              <a:rPr lang="en-US" sz="150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다 준비하지만, 발송 버튼은 사장님이 누릅니다.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 · 정직한 표기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진짜인가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6112" y="21488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96112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실연동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— 기상청 + OpenWeatherMap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제안 — Groq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— Solapi (본인 번호)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스케줄러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 — 본인 계정 게시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16552" y="1874520"/>
            <a:ext cx="352044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72584" y="21488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72584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구현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0872" y="27889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연동 →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수동 일매출 입력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CSV 업로드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93024" y="1874520"/>
            <a:ext cx="352044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49056" y="21488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449056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유지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27889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알림톡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080 수신거부 실회선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 계정 SNS 게시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(App Review 필요)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“쿠폰 실시간 추적”은 연출 — 실제로는 쿠폰 코드 기반 누적 집계입니다. 무엇이 진짜인지 항상 먼저 밝힙니다.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· 어떻게 만들었나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3주의 여정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051560"/>
          </a:xfrm>
          <a:prstGeom prst="roundRect">
            <a:avLst>
              <a:gd name="adj" fmla="val 11304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520440" cy="502920"/>
          </a:xfrm>
          <a:prstGeom prst="rect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0" y="2130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~7/12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앙상블 + DB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688" y="31089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기상청·OWM 2소스 가중 병합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장애 시 자동 폴백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5개 테이블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실매출 30일 → 날씨별 진단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1874520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16552" y="1874520"/>
            <a:ext cx="3520440" cy="1051560"/>
          </a:xfrm>
          <a:prstGeom prst="roundRect">
            <a:avLst>
              <a:gd name="adj" fmla="val 11304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16552" y="2423160"/>
            <a:ext cx="3520440" cy="502920"/>
          </a:xfrm>
          <a:prstGeom prst="rect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90872" y="2075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02552" y="2130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~7/17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0872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코어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09160" y="31089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제안 생성(Groq)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zod 검증 + 1회 재생성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가드레일(할인율·금칙어)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06:30 자동 생성 크론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93024" y="1874520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93024" y="1874520"/>
            <a:ext cx="3520440" cy="1051560"/>
          </a:xfrm>
          <a:prstGeom prst="roundRect">
            <a:avLst>
              <a:gd name="adj" fmla="val 11304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193024" y="2423160"/>
            <a:ext cx="3520440" cy="50292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467344" y="2075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79024" y="2130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~7/23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67344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· 발송 · 배포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85632" y="31089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실연동 배선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(광고) 문자 실발송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발급·사용 추적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+ Render 배포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· 세 가지 원칙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우회할 수 없게 설계했다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B">
                    <a:alpha val="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121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전부 서버에만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55117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시크릿은 서버 전용 .env. 프론트(apps/web)엔 키가 하나도 없습니다.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70332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B">
                    <a:alpha val="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5844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필터는 서버가 강제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40142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(광고) 표기·수신동의·야간 차단을 서버에서 보장 — UI를 우회해도 법은 못 우회합니다.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60120" y="516636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0474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파이프라인은 순수 함수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547725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크론이 돌리든 API가 부르든 테스트가 부르든, 같은 코드가 같은 결과를 냅니다.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· 핵심 기술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개의 실동작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221992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🌦️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5856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앙상블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+ OpenWeatherMap을 가중 병합. 한쪽 장애 시 남은 소스로 폴백하고 소스 수를 표기.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6208" y="1874520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56248" y="2221992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56248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24928" y="225856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실매출 진단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1968" y="292608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가게 매출 이력으로 “비 오는 날 −18%”를 실계산해 제안 방향을 정함.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41648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389120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42569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+ 가드레일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509320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Groq가 문구·쿠폰을 생성하고, 할인율 ≤20%·금칙어·창작 상호를 서버가 재검사.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36208" y="4041648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56248" y="4389120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56248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🎟️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24928" y="442569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실측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01968" y="509320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코드 기반 귀속 매출 — 날씨 회복이 아니라 이 캠페인이 만든 매출을 실측.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3840480" cy="384048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 · 시연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배포된 앱으로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6112" y="2185416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6112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일치 확인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4780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앱의 앙상블 날씨 vs 네이버 날씨 — 실제 API를 합친 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3227832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96112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14553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제안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mock이 아니라 방금 날씨·매출로 Groq가 생성한 문구·쿠폰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96112" y="4270248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96112" y="4270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1879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→ 발송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5628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“이대로 발송” → 서버가 동의자만 걸러 (광고) 문자 실수신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93208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5312664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96112" y="53126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2303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사용 → 추적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6052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redeem → 추적 카드에 사용 인원·귀속 매출 반영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1965960"/>
            <a:ext cx="2651760" cy="4023360"/>
          </a:xfrm>
          <a:prstGeom prst="roundRect">
            <a:avLst>
              <a:gd name="adj" fmla="val 4828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86968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만져보세요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06840" y="3611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1~2분 안에 제안 확인부터 승인·발송·쿠폰 추적까지 전 과정 체험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5029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weatherpilot-web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.vercel.app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· 지금 상태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뒤, 돌아가는 서비스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2곳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32688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34472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· Render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1874520"/>
            <a:ext cx="35204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90872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FB3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709160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테스트 통과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34472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Vitest · CI 초록불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874520"/>
            <a:ext cx="35204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467344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485632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실연동 검증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34472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· LLM · 문자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플로우가 배포 URL에서 실제로 돕니다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조회 → 승인 → (광고) 문자 발송 → 쿠폰 사용 → 추적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06:30 크론 상시 실행 · 프론트 vitest 도입으로 회귀 자동 검증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 · 비전공자의 3주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좁힌 격차, 사람이 채운 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977640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212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좁혀 준 격차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· 프레임워크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 · 배포 설정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“코드를 쓰는 능력”의 격차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i="1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숙련도가 병목이 된 적은 거의 없었다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77640"/>
          </a:xfrm>
          <a:prstGeom prst="roundRect">
            <a:avLst>
              <a:gd name="adj" fmla="val 2989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566928" cy="566928"/>
          </a:xfrm>
          <a:prstGeom prst="ellipse">
            <a:avLst/>
          </a:prstGeom>
          <a:solidFill>
            <a:srgbClr val="2FB3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212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채워야 했던 격차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안 만들지 결정 (스코프)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“완료”를 먼저 정의 (DoD)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믿지 않고 검증을 시스템으로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i="1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위임의 상한선은 내 검증 능력이었다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-1554480"/>
            <a:ext cx="3840480" cy="384048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349240" y="1600200"/>
            <a:ext cx="960120" cy="96012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34924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환영합니다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4617720"/>
            <a:ext cx="5029200" cy="868680"/>
          </a:xfrm>
          <a:prstGeom prst="roundRect">
            <a:avLst>
              <a:gd name="adj" fmla="val 42105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66160" y="4617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weatherpilot-web.vercel.app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 · 양서형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1461</Words>
  <Application>Microsoft Office PowerPoint</Application>
  <PresentationFormat>와이드스크린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WeatherPilot 1~3주차 발표</dc:title>
  <dc:subject>PptxGenJS Presentation</dc:subject>
  <dc:creator>양서형</dc:creator>
  <cp:lastModifiedBy>양서형</cp:lastModifiedBy>
  <cp:revision>2</cp:revision>
  <dcterms:created xsi:type="dcterms:W3CDTF">2026-07-24T04:49:07Z</dcterms:created>
  <dcterms:modified xsi:type="dcterms:W3CDTF">2026-07-24T04:55:21Z</dcterms:modified>
</cp:coreProperties>
</file>