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38928" y="1417320"/>
            <a:ext cx="1371600" cy="13716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828" y="17602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0632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RideSplit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9776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B4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방향, 같은 시간, 함께 타는 택시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Challenge  ·  4주차 최종 데모  ·  장규영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동행 기회는 있는데,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방법이 없다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대학생은 이동이 필요한 순간, 주변에 방향이 겹치는 동행자가 있어도 이를 알 방법이 없어서 택시 동승으로 비용을 아낄 기회를 놓칩니다.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사용자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방향·시간대로 이동하는 대학생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통학·심야 시간대 택시비를 아끼고 싶은 학생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2331720"/>
            <a:ext cx="4206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43800" y="2651760"/>
            <a:ext cx="960120" cy="9601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830" y="2891790"/>
            <a:ext cx="480060" cy="4800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동행자가 있어도 모른다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0" y="3108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실시간으로 겹치는 방향을 확인할 방법이 없음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0" y="4160520"/>
            <a:ext cx="4206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43800" y="4480560"/>
            <a:ext cx="960120" cy="9601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830" y="4720590"/>
            <a:ext cx="480060" cy="4800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절감 기회를 놓친다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686800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타면 놓치는 택시비 1/N의 기회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만들었나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97480"/>
            <a:ext cx="914400" cy="914400"/>
          </a:xfrm>
          <a:prstGeom prst="ellipse">
            <a:avLst/>
          </a:prstGeom>
          <a:solidFill>
            <a:srgbClr val="A30D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651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B8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057400" y="2898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알고리즘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7400" y="3383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거점 조합 + 희망 시간 ±10분 이내인 학생을 자동으로 그룹핑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697480"/>
            <a:ext cx="914400" cy="914400"/>
          </a:xfrm>
          <a:prstGeom prst="ellipse">
            <a:avLst/>
          </a:prstGeom>
          <a:solidFill>
            <a:srgbClr val="A30D2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926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0" y="2651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B8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772400" y="2898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동행 신청 · 수락 플로우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772400" y="3383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확인 → 신청 → 수락 → 그룹 확정까지 이어지는 절차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526280"/>
            <a:ext cx="258089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519047" y="4727448"/>
            <a:ext cx="640080" cy="64008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067" y="488746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" y="544068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채팅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696712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만남 장소·시간 조율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385566" y="4526280"/>
            <a:ext cx="258089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355973" y="4727448"/>
            <a:ext cx="640080" cy="64008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993" y="488746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477006" y="544068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분담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3477006" y="5696712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택시비를 인원수로 미리 계산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222492" y="4526280"/>
            <a:ext cx="258089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192899" y="4727448"/>
            <a:ext cx="640080" cy="64008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919" y="488746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13932" y="544068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선호 필터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313932" y="5696712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동성끼리만 매칭 옵션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9059418" y="4526280"/>
            <a:ext cx="258089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029825" y="4727448"/>
            <a:ext cx="640080" cy="64008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9845" y="4887468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50858" y="544068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평점 · 노쇼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9150858" y="5696712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탑승 확인 + 상호 평가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층으로 나눈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2834640" cy="1554480"/>
          </a:xfrm>
          <a:prstGeom prst="roundRect">
            <a:avLst>
              <a:gd name="adj" fmla="val 8235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304495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050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· 상태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(project_idea/)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2788920"/>
            <a:ext cx="2834640" cy="1554480"/>
          </a:xfrm>
          <a:prstGeom prst="roundRect">
            <a:avLst>
              <a:gd name="adj" fmla="val 8235"/>
            </a:avLst>
          </a:prstGeom>
          <a:solidFill>
            <a:srgbClr val="241512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304495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Express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00600" y="4050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규칙 · 검증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(server/)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641080" y="2788920"/>
            <a:ext cx="2834640" cy="1554480"/>
          </a:xfrm>
          <a:prstGeom prst="roundRect">
            <a:avLst>
              <a:gd name="adj" fmla="val 8235"/>
            </a:avLst>
          </a:prstGeom>
          <a:solidFill>
            <a:srgbClr val="2F8F5B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40" y="304495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108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778240" y="4050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E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Auth · Storage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520440" y="2404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 (REST)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0" y="3246120"/>
            <a:ext cx="868680" cy="640080"/>
          </a:xfrm>
          <a:prstGeom prst="rightArrow">
            <a:avLst/>
          </a:prstGeom>
          <a:solidFill>
            <a:srgbClr val="E3DAD6"/>
          </a:solidFill>
          <a:ln/>
        </p:spPr>
      </p:sp>
      <p:sp>
        <p:nvSpPr>
          <p:cNvPr id="18" name="Text 13"/>
          <p:cNvSpPr/>
          <p:nvPr/>
        </p:nvSpPr>
        <p:spPr>
          <a:xfrm>
            <a:off x="7498080" y="2404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 (REST)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635240" y="3246120"/>
            <a:ext cx="868680" cy="640080"/>
          </a:xfrm>
          <a:prstGeom prst="rightArrow">
            <a:avLst/>
          </a:prstGeom>
          <a:solidFill>
            <a:srgbClr val="E3DAD6"/>
          </a:solidFill>
          <a:ln/>
        </p:spPr>
      </p:sp>
      <p:sp>
        <p:nvSpPr>
          <p:cNvPr id="20" name="Shape 15"/>
          <p:cNvSpPr/>
          <p:nvPr/>
        </p:nvSpPr>
        <p:spPr>
          <a:xfrm>
            <a:off x="685800" y="4892040"/>
            <a:ext cx="10789920" cy="960120"/>
          </a:xfrm>
          <a:prstGeom prst="roundRect">
            <a:avLst>
              <a:gd name="adj" fmla="val 11429"/>
            </a:avLst>
          </a:prstGeom>
          <a:solidFill>
            <a:srgbClr val="FCE4E2"/>
          </a:solidFill>
          <a:ln/>
        </p:spPr>
      </p:sp>
      <p:sp>
        <p:nvSpPr>
          <p:cNvPr id="21" name="Text 16"/>
          <p:cNvSpPr/>
          <p:nvPr/>
        </p:nvSpPr>
        <p:spPr>
          <a:xfrm>
            <a:off x="1005840" y="489204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0E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프로필 저장은 Express를 거치지 않고 React가 Supabase에 직접 연결 — Auth SDK는 클라이언트 직접 사용 전제, 매칭 로직만 서버 판단이 필요해 나뉨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4주의 여정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3703320"/>
            <a:ext cx="9784080" cy="0"/>
          </a:xfrm>
          <a:prstGeom prst="line">
            <a:avLst/>
          </a:prstGeom>
          <a:noFill/>
          <a:ln w="38100">
            <a:solidFill>
              <a:srgbClr val="E3DA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83130" y="3474720"/>
            <a:ext cx="457200" cy="457200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8313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248716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· 디자인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85292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문제정의, 프로토타입,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시스템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9150" y="3474720"/>
            <a:ext cx="457200" cy="457200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15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71900" y="425196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71900" y="454456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알고리즘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26180" y="491032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A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로그인→등록→후보 조회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75170" y="3474720"/>
            <a:ext cx="457200" cy="457200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517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48716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· 수락 플로우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72200" y="285292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B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채팅, 비용 분담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21190" y="3474720"/>
            <a:ext cx="457200" cy="457200"/>
          </a:xfrm>
          <a:prstGeom prst="ellipse">
            <a:avLst/>
          </a:prstGeom>
          <a:solidFill>
            <a:srgbClr val="C810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119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63940" y="425196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63940" y="454456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 · 배포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18220" y="4910328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탑승확인, 평점, 노쇼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테스트, 배포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 WORKED WITH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AI와 함께 만든 방식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8089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8191" y="2514600"/>
            <a:ext cx="621792" cy="621792"/>
          </a:xfrm>
          <a:prstGeom prst="ellipse">
            <a:avLst/>
          </a:prstGeom>
          <a:solidFill>
            <a:srgbClr val="2415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639" y="26700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0040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49300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feature-slice 스킬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P0/P1/P2 작업 분해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5566" y="2286000"/>
            <a:ext cx="258089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5117" y="2514600"/>
            <a:ext cx="621792" cy="621792"/>
          </a:xfrm>
          <a:prstGeom prst="ellipse">
            <a:avLst/>
          </a:prstGeom>
          <a:solidFill>
            <a:srgbClr val="24151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565" y="267004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7006" y="320040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7006" y="349300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Vitest TDD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77006" y="3749040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→ Green 순수 함수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22492" y="2286000"/>
            <a:ext cx="258089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02043" y="2514600"/>
            <a:ext cx="621792" cy="621792"/>
          </a:xfrm>
          <a:prstGeom prst="ellipse">
            <a:avLst/>
          </a:prstGeom>
          <a:solidFill>
            <a:srgbClr val="24151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491" y="267004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3932" y="320040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13932" y="349300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vertical-slice-verifier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313932" y="3749040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실서버·DB로 curl 검증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059418" y="2286000"/>
            <a:ext cx="2580894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38969" y="2514600"/>
            <a:ext cx="621792" cy="621792"/>
          </a:xfrm>
          <a:prstGeom prst="ellipse">
            <a:avLst/>
          </a:prstGeom>
          <a:solidFill>
            <a:srgbClr val="24151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417" y="267004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50858" y="3200400"/>
            <a:ext cx="2398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50858" y="349300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재현·디버깅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150858" y="3749040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CORS 등 실제 장애 해결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4480560"/>
            <a:ext cx="5408676" cy="1554480"/>
          </a:xfrm>
          <a:prstGeom prst="roundRect">
            <a:avLst>
              <a:gd name="adj" fmla="val 7059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470916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결정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68680" y="512064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0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· 매칭 규칙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0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우선순위(P0/P1/P2)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0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미루고 남길지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231636" y="4480560"/>
            <a:ext cx="5408676" cy="1554480"/>
          </a:xfrm>
          <a:prstGeom prst="roundRect">
            <a:avLst>
              <a:gd name="adj" fmla="val 7059"/>
            </a:avLst>
          </a:prstGeom>
          <a:solidFill>
            <a:srgbClr val="241512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551676" y="470916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수행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6551676" y="5120640"/>
            <a:ext cx="476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0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분해 · 구현 초안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0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스크립트로 검증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0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 · 문서 정리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전날 발견한 버그 하나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3288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2587752"/>
            <a:ext cx="694944" cy="69494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7614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832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7490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방 만든 그룹장이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탑승 확인을 끝까지 못 함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08960" y="3310128"/>
            <a:ext cx="265176" cy="237744"/>
          </a:xfrm>
          <a:prstGeom prst="rightArrow">
            <a:avLst/>
          </a:prstGeom>
          <a:solidFill>
            <a:srgbClr val="E3DAD6"/>
          </a:solidFill>
          <a:ln/>
        </p:spPr>
      </p:sp>
      <p:sp>
        <p:nvSpPr>
          <p:cNvPr id="10" name="Shape 7"/>
          <p:cNvSpPr/>
          <p:nvPr/>
        </p:nvSpPr>
        <p:spPr>
          <a:xfrm>
            <a:off x="3401568" y="2331720"/>
            <a:ext cx="253288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587752"/>
            <a:ext cx="694944" cy="694944"/>
          </a:xfrm>
          <a:prstGeom prst="ellipse">
            <a:avLst/>
          </a:prstGeom>
          <a:solidFill>
            <a:srgbClr val="C98A1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7614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3832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11296" y="37490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계정으로 직접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스크립트 실행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61888" y="3310128"/>
            <a:ext cx="265176" cy="237744"/>
          </a:xfrm>
          <a:prstGeom prst="rightArrow">
            <a:avLst/>
          </a:prstGeom>
          <a:solidFill>
            <a:srgbClr val="E3DAD6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4496" y="2331720"/>
            <a:ext cx="253288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3468" y="2587752"/>
            <a:ext cx="694944" cy="694944"/>
          </a:xfrm>
          <a:prstGeom prst="ellipse">
            <a:avLst/>
          </a:prstGeom>
          <a:solidFill>
            <a:srgbClr val="24151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276148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33832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7490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방장 혼자일 때 status가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'open'으로 남는 경계 케이스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14816" y="3310128"/>
            <a:ext cx="265176" cy="237744"/>
          </a:xfrm>
          <a:prstGeom prst="rightArrow">
            <a:avLst/>
          </a:prstGeom>
          <a:solidFill>
            <a:srgbClr val="E3DAD6"/>
          </a:solidFill>
          <a:ln/>
        </p:spPr>
      </p:sp>
      <p:sp>
        <p:nvSpPr>
          <p:cNvPr id="22" name="Shape 17"/>
          <p:cNvSpPr/>
          <p:nvPr/>
        </p:nvSpPr>
        <p:spPr>
          <a:xfrm>
            <a:off x="9107424" y="2331720"/>
            <a:ext cx="253288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26396" y="2587752"/>
            <a:ext cx="694944" cy="694944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132" y="276148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98864" y="338328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· 검증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17152" y="37490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환경에서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→ 통과 재확인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4937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 실제로 재현하기 전까진, 고쳤다고 말하지 않는다 ”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4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바로 보여드릴게요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3A241F"/>
          </a:solidFill>
          <a:ln w="12700">
            <a:solidFill>
              <a:srgbClr val="5C3A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377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ridesplit-git-work-gyu-young.vercel.app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658112" cy="914400"/>
          </a:xfrm>
          <a:prstGeom prst="roundRect">
            <a:avLst>
              <a:gd name="adj" fmla="val 40000"/>
            </a:avLst>
          </a:prstGeom>
          <a:solidFill>
            <a:srgbClr val="3A241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794760"/>
            <a:ext cx="165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06908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 로그인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06752" y="3931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35352" y="3703320"/>
            <a:ext cx="1658112" cy="914400"/>
          </a:xfrm>
          <a:prstGeom prst="roundRect">
            <a:avLst>
              <a:gd name="adj" fmla="val 40000"/>
            </a:avLst>
          </a:prstGeom>
          <a:solidFill>
            <a:srgbClr val="3A241F"/>
          </a:solidFill>
          <a:ln/>
        </p:spPr>
      </p:sp>
      <p:sp>
        <p:nvSpPr>
          <p:cNvPr id="13" name="Text 10"/>
          <p:cNvSpPr/>
          <p:nvPr/>
        </p:nvSpPr>
        <p:spPr>
          <a:xfrm>
            <a:off x="2435352" y="3794760"/>
            <a:ext cx="165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81072" y="406908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등록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93464" y="3931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22064" y="3703320"/>
            <a:ext cx="1658112" cy="914400"/>
          </a:xfrm>
          <a:prstGeom prst="roundRect">
            <a:avLst>
              <a:gd name="adj" fmla="val 40000"/>
            </a:avLst>
          </a:prstGeom>
          <a:solidFill>
            <a:srgbClr val="3A241F"/>
          </a:solidFill>
          <a:ln/>
        </p:spPr>
      </p:sp>
      <p:sp>
        <p:nvSpPr>
          <p:cNvPr id="17" name="Text 14"/>
          <p:cNvSpPr/>
          <p:nvPr/>
        </p:nvSpPr>
        <p:spPr>
          <a:xfrm>
            <a:off x="4322064" y="3794760"/>
            <a:ext cx="165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67784" y="406908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후보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0176" y="3931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08776" y="3703320"/>
            <a:ext cx="1658112" cy="914400"/>
          </a:xfrm>
          <a:prstGeom prst="roundRect">
            <a:avLst>
              <a:gd name="adj" fmla="val 40000"/>
            </a:avLst>
          </a:prstGeom>
          <a:solidFill>
            <a:srgbClr val="3A241F"/>
          </a:solidFill>
          <a:ln/>
        </p:spPr>
      </p:sp>
      <p:sp>
        <p:nvSpPr>
          <p:cNvPr id="21" name="Text 18"/>
          <p:cNvSpPr/>
          <p:nvPr/>
        </p:nvSpPr>
        <p:spPr>
          <a:xfrm>
            <a:off x="6208776" y="3794760"/>
            <a:ext cx="165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54496" y="406908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채팅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866888" y="3931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095488" y="3703320"/>
            <a:ext cx="1658112" cy="914400"/>
          </a:xfrm>
          <a:prstGeom prst="roundRect">
            <a:avLst>
              <a:gd name="adj" fmla="val 40000"/>
            </a:avLst>
          </a:prstGeom>
          <a:solidFill>
            <a:srgbClr val="3A241F"/>
          </a:solidFill>
          <a:ln/>
        </p:spPr>
      </p:sp>
      <p:sp>
        <p:nvSpPr>
          <p:cNvPr id="25" name="Text 22"/>
          <p:cNvSpPr/>
          <p:nvPr/>
        </p:nvSpPr>
        <p:spPr>
          <a:xfrm>
            <a:off x="8095488" y="3794760"/>
            <a:ext cx="165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41208" y="406908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탑승 확인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753600" y="3931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982200" y="3703320"/>
            <a:ext cx="1658112" cy="914400"/>
          </a:xfrm>
          <a:prstGeom prst="roundRect">
            <a:avLst>
              <a:gd name="adj" fmla="val 40000"/>
            </a:avLst>
          </a:prstGeom>
          <a:solidFill>
            <a:srgbClr val="3A241F"/>
          </a:solidFill>
          <a:ln/>
        </p:spPr>
      </p:sp>
      <p:sp>
        <p:nvSpPr>
          <p:cNvPr id="29" name="Text 26"/>
          <p:cNvSpPr/>
          <p:nvPr/>
        </p:nvSpPr>
        <p:spPr>
          <a:xfrm>
            <a:off x="9982200" y="3794760"/>
            <a:ext cx="165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27920" y="4069080"/>
            <a:ext cx="156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9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계정으로, 실제 서버·DB에서 동작합니다.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것, 그리고 다음엔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62956" cy="3291840"/>
          </a:xfrm>
          <a:prstGeom prst="roundRect">
            <a:avLst>
              <a:gd name="adj" fmla="val 3889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0604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46314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상태를 여러 값으로 쪼개면,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가능한 조합을 다 생각해야 한다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없이는, 고쳤다고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확신할 수 없다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브랜치와 배포 주소는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ADA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개념이 아니다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7356" y="2331720"/>
            <a:ext cx="5362956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3DAD6"/>
            </a:solidFill>
            <a:prstDash val="solid"/>
          </a:ln>
          <a:effectLst>
            <a:outerShdw sx="100000" sy="100000" kx="0" ky="0" algn="bl" rotWithShape="0" blurRad="127000" dist="38100" dir="5400000">
              <a:srgbClr val="24151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3116" y="260604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다음엔 이렇게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43116" y="3063240"/>
            <a:ext cx="46314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점수 차등 차감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(지각 소폭 / 임박 취소 대폭)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이용 이력 화면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설계를 하나의 값으로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415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단순하게 통합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40080"/>
            <a:ext cx="1005840" cy="10058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288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2606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RideSplit · AI Agent Challenge 4주차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94560" y="3566160"/>
            <a:ext cx="7799832" cy="685800"/>
          </a:xfrm>
          <a:prstGeom prst="roundRect">
            <a:avLst>
              <a:gd name="adj" fmla="val 13333"/>
            </a:avLst>
          </a:prstGeom>
          <a:solidFill>
            <a:srgbClr val="3A241F"/>
          </a:solidFill>
          <a:ln/>
        </p:spPr>
      </p:sp>
      <p:sp>
        <p:nvSpPr>
          <p:cNvPr id="7" name="Shape 4"/>
          <p:cNvSpPr/>
          <p:nvPr/>
        </p:nvSpPr>
        <p:spPr>
          <a:xfrm>
            <a:off x="2377440" y="3666744"/>
            <a:ext cx="484632" cy="48463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598" y="3787902"/>
            <a:ext cx="242316" cy="2423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63240" y="3639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063240" y="38953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ridesplit-git-work-gyu-young.vercel.app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194560" y="4416552"/>
            <a:ext cx="7799832" cy="685800"/>
          </a:xfrm>
          <a:prstGeom prst="roundRect">
            <a:avLst>
              <a:gd name="adj" fmla="val 13333"/>
            </a:avLst>
          </a:prstGeom>
          <a:solidFill>
            <a:srgbClr val="3A241F"/>
          </a:solidFill>
          <a:ln/>
        </p:spPr>
      </p:sp>
      <p:sp>
        <p:nvSpPr>
          <p:cNvPr id="12" name="Shape 8"/>
          <p:cNvSpPr/>
          <p:nvPr/>
        </p:nvSpPr>
        <p:spPr>
          <a:xfrm>
            <a:off x="2377440" y="4517136"/>
            <a:ext cx="484632" cy="48463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598" y="4638294"/>
            <a:ext cx="242316" cy="2423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63240" y="4489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063240" y="47457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github.com/gyu-young-04/hub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194560" y="5266944"/>
            <a:ext cx="7799832" cy="685800"/>
          </a:xfrm>
          <a:prstGeom prst="roundRect">
            <a:avLst>
              <a:gd name="adj" fmla="val 13333"/>
            </a:avLst>
          </a:prstGeom>
          <a:solidFill>
            <a:srgbClr val="3A241F"/>
          </a:solidFill>
          <a:ln/>
        </p:spPr>
      </p:sp>
      <p:sp>
        <p:nvSpPr>
          <p:cNvPr id="17" name="Shape 12"/>
          <p:cNvSpPr/>
          <p:nvPr/>
        </p:nvSpPr>
        <p:spPr>
          <a:xfrm>
            <a:off x="2377440" y="5367528"/>
            <a:ext cx="484632" cy="48463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598" y="5488686"/>
            <a:ext cx="242316" cy="2423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063240" y="5340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8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3063240" y="55961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loom.com/share/0aa5ea2ed3494593aacaddb3eba2ef6f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8A7A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2026-07-31T03:31:46Z</dcterms:created>
  <dcterms:modified xsi:type="dcterms:W3CDTF">2026-07-31T03:31:46Z</dcterms:modified>
</cp:coreProperties>
</file>