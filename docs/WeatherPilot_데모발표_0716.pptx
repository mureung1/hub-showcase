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로고 이모지·프로젝트명·부제를 짧게 소개하고 바로 2번 슬라이드(문제 정의)로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사례 수치(비 −18%, 폭염 −20%)를 근거로 문제를 제기하고, 대응이 수작업이라는 병목을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 플로우로 에이전트 동작을 설명하고, 아래 3원칙(시크릿 서버 전용·법적필터 서버강제·순수함수)을 짧게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짚으며 '날씨·LLM·문자·DB는 진짜로 돈다'는 점과 'POS·카카오·080은 정직하게 대체/모의로 뒀다'는 점을 함께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3개 Phase가 모두 완료됐음을 체크형으로 보여주고, 마지막 배너에서 데모로 자연스럽게 넘어갈 준비를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 전환 슬라이드. 여기서 화면을 실제 웹앱/터미널로 전환해 런북(docs/데모_런북_0716.md) 순서대로 진행한다.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 후 복귀해서 요약하고 마무리. Phase4(배포) 계획과 남은 백로그(Instagram 등)를 짧게 언급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011680"/>
            <a:ext cx="6400800" cy="6400800"/>
          </a:xfrm>
          <a:prstGeom prst="ellipse">
            <a:avLst/>
          </a:prstGeom>
          <a:solidFill>
            <a:srgbClr val="4A90E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2A8F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051560"/>
            <a:ext cx="1005840" cy="1005840"/>
          </a:xfrm>
          <a:prstGeom prst="ellipse">
            <a:avLst/>
          </a:prstGeom>
          <a:solidFill>
            <a:srgbClr val="4A90E2"/>
          </a:solidFill>
          <a:ln/>
          <a:effectLst>
            <a:outerShdw sx="100000" sy="100000" kx="0" ky="0" algn="bl" rotWithShape="0" blurRad="127000" dist="50800" dir="5400000">
              <a:srgbClr val="4A90E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592928" y="1051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WeatherPilot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71600" y="338328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데이터로 소상공인 매출을 지키는 자율 마케팅 에이전트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24248" y="429768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4A90E2"/>
          </a:solidFill>
          <a:ln/>
        </p:spPr>
      </p:sp>
      <p:sp>
        <p:nvSpPr>
          <p:cNvPr id="9" name="Text 7"/>
          <p:cNvSpPr/>
          <p:nvPr/>
        </p:nvSpPr>
        <p:spPr>
          <a:xfrm>
            <a:off x="4724248" y="4297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1~3 데모 발표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48495" y="6035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날씨로 매출이 출렁여도,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대응할 시간·데이터가 없다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54298" cy="3291840"/>
          </a:xfrm>
          <a:prstGeom prst="roundRect">
            <a:avLst>
              <a:gd name="adj" fmla="val 388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5400000">
              <a:srgbClr val="253449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971800"/>
            <a:ext cx="3454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77240" y="443484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 오는 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평균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68698" y="2148840"/>
            <a:ext cx="3454298" cy="3291840"/>
          </a:xfrm>
          <a:prstGeom prst="roundRect">
            <a:avLst>
              <a:gd name="adj" fmla="val 388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5400000">
              <a:srgbClr val="25344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68698" y="2971800"/>
            <a:ext cx="3454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97298" y="443484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폭염 낮 시간대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평균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88757" y="2148840"/>
            <a:ext cx="3454298" cy="3291840"/>
          </a:xfrm>
          <a:prstGeom prst="roundRect">
            <a:avLst>
              <a:gd name="adj" fmla="val 388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5400000">
              <a:srgbClr val="25344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412986" y="2651760"/>
            <a:ext cx="1005840" cy="100584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9412986" y="2651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17357" y="3886200"/>
            <a:ext cx="2997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문구 작성부터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발송까지, 매번 수작업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미리 준비하고,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사장님은 검토·승인만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0052" y="1874520"/>
            <a:ext cx="178308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25344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2992" y="1490472"/>
            <a:ext cx="457200" cy="45720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6" name="Text 4"/>
          <p:cNvSpPr/>
          <p:nvPr/>
        </p:nvSpPr>
        <p:spPr>
          <a:xfrm>
            <a:off x="1532992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5772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날씨+매출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3132" y="18745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037180" y="1874520"/>
            <a:ext cx="178308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253449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0120" y="1490472"/>
            <a:ext cx="457200" cy="45720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11" name="Text 9"/>
          <p:cNvSpPr/>
          <p:nvPr/>
        </p:nvSpPr>
        <p:spPr>
          <a:xfrm>
            <a:off x="3700120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82900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문구·쿠폰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생성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0260" y="18745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204308" y="1874520"/>
            <a:ext cx="1783080" cy="1234440"/>
          </a:xfrm>
          <a:prstGeom prst="roundRect">
            <a:avLst>
              <a:gd name="adj" fmla="val 8889"/>
            </a:avLst>
          </a:prstGeom>
          <a:solidFill>
            <a:srgbClr val="4A90E2"/>
          </a:solidFill>
          <a:ln/>
          <a:effectLst>
            <a:outerShdw sx="100000" sy="100000" kx="0" ky="0" algn="bl" rotWithShape="0" blurRad="76200" dist="25400" dir="5400000">
              <a:srgbClr val="253449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67248" y="1490472"/>
            <a:ext cx="457200" cy="457200"/>
          </a:xfrm>
          <a:prstGeom prst="ellipse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867248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0028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사장님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검토·승인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87388" y="18745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71436" y="1874520"/>
            <a:ext cx="178308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253449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34376" y="1490472"/>
            <a:ext cx="457200" cy="45720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21" name="Text 19"/>
          <p:cNvSpPr/>
          <p:nvPr/>
        </p:nvSpPr>
        <p:spPr>
          <a:xfrm>
            <a:off x="8034376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17156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54516" y="18745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38564" y="1874520"/>
            <a:ext cx="178308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253449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01504" y="1490472"/>
            <a:ext cx="457200" cy="45720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26" name="Text 24"/>
          <p:cNvSpPr/>
          <p:nvPr/>
        </p:nvSpPr>
        <p:spPr>
          <a:xfrm>
            <a:off x="10201504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84284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685032"/>
            <a:ext cx="548640" cy="548640"/>
          </a:xfrm>
          <a:prstGeom prst="ellipse">
            <a:avLst/>
          </a:prstGeom>
          <a:solidFill>
            <a:srgbClr val="E8F7F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85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8016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API 키는 서버에만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39959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프론트(apps/web)엔 시크릿이 없다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553712"/>
            <a:ext cx="548640" cy="548640"/>
          </a:xfrm>
          <a:prstGeom prst="ellipse">
            <a:avLst/>
          </a:prstGeom>
          <a:solidFill>
            <a:srgbClr val="E8F7F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553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28016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필터는 서버가 강제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48646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UI를 우회해도 법은 못 우회한다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422392"/>
            <a:ext cx="548640" cy="548640"/>
          </a:xfrm>
          <a:prstGeom prst="ellipse">
            <a:avLst/>
          </a:prstGeom>
          <a:solidFill>
            <a:srgbClr val="E8F7F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422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28016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파이프라인은 순수 함수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80160" y="57332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크론·API·테스트가 하나를 공용으로 쓴다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진짜이고 무엇이 모의인가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 전, 스코프를 정직하게 표기합니다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62179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(기상청 + OpenWeatherMap)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74175" y="1719072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FB37A"/>
          </a:solidFill>
          <a:ln/>
        </p:spPr>
      </p:sp>
      <p:sp>
        <p:nvSpPr>
          <p:cNvPr id="7" name="Text 5"/>
          <p:cNvSpPr/>
          <p:nvPr/>
        </p:nvSpPr>
        <p:spPr>
          <a:xfrm>
            <a:off x="9174175" y="17190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실연동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제안 생성 (Groq)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74175" y="234086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FB37A"/>
          </a:solidFill>
          <a:ln/>
        </p:spPr>
      </p:sp>
      <p:sp>
        <p:nvSpPr>
          <p:cNvPr id="10" name="Text 8"/>
          <p:cNvSpPr/>
          <p:nvPr/>
        </p:nvSpPr>
        <p:spPr>
          <a:xfrm>
            <a:off x="9174175" y="23408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실연동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11094415" cy="62179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4378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 발송 (Solapi, 본인 번호)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74175" y="2962656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FB37A"/>
          </a:solidFill>
          <a:ln/>
        </p:spPr>
      </p:sp>
      <p:sp>
        <p:nvSpPr>
          <p:cNvPr id="14" name="Text 12"/>
          <p:cNvSpPr/>
          <p:nvPr/>
        </p:nvSpPr>
        <p:spPr>
          <a:xfrm>
            <a:off x="9174175" y="29626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실연동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465576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스케줄러 (Supabase, node-cron)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74175" y="35844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FB37A"/>
          </a:solidFill>
          <a:ln/>
        </p:spPr>
      </p:sp>
      <p:sp>
        <p:nvSpPr>
          <p:cNvPr id="17" name="Text 15"/>
          <p:cNvSpPr/>
          <p:nvPr/>
        </p:nvSpPr>
        <p:spPr>
          <a:xfrm>
            <a:off x="9174175" y="3584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실구축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87368"/>
            <a:ext cx="11094415" cy="62179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8736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연동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74175" y="42062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21" name="Text 19"/>
          <p:cNvSpPr/>
          <p:nvPr/>
        </p:nvSpPr>
        <p:spPr>
          <a:xfrm>
            <a:off x="9174175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(수동입력+CSV)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7091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게시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74175" y="4828032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9174175" y="4828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(개발모드)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330952"/>
            <a:ext cx="11094415" cy="62179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3095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알림톡 · 080 실회선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74175" y="544982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8B95A5"/>
          </a:solidFill>
          <a:ln/>
        </p:spPr>
      </p:sp>
      <p:sp>
        <p:nvSpPr>
          <p:cNvPr id="28" name="Text 26"/>
          <p:cNvSpPr/>
          <p:nvPr/>
        </p:nvSpPr>
        <p:spPr>
          <a:xfrm>
            <a:off x="9174175" y="54498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모의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진행 상황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4F7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4772"/>
            <a:ext cx="585216" cy="585216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47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앙상블 + DB 구축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454335" y="169621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</p:sp>
      <p:sp>
        <p:nvSpPr>
          <p:cNvPr id="9" name="Text 7"/>
          <p:cNvSpPr/>
          <p:nvPr/>
        </p:nvSpPr>
        <p:spPr>
          <a:xfrm>
            <a:off x="10454335" y="16962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B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729484"/>
            <a:ext cx="585216" cy="585216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2948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9992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매출×날씨 진단 + LLM 제안 + 가드레일 + 자동 크론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454335" y="2820924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</p:sp>
      <p:sp>
        <p:nvSpPr>
          <p:cNvPr id="16" name="Text 14"/>
          <p:cNvSpPr/>
          <p:nvPr/>
        </p:nvSpPr>
        <p:spPr>
          <a:xfrm>
            <a:off x="10454335" y="28209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B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854196"/>
            <a:ext cx="585216" cy="585216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8541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37360" y="3776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412394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연동 + 법적 필터 + 문자 발송 + 쿠폰 + 실시간 추적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454335" y="394563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</p:sp>
      <p:sp>
        <p:nvSpPr>
          <p:cNvPr id="23" name="Text 21"/>
          <p:cNvSpPr/>
          <p:nvPr/>
        </p:nvSpPr>
        <p:spPr>
          <a:xfrm>
            <a:off x="10454335" y="39456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B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97280" y="4928616"/>
            <a:ext cx="9997135" cy="777240"/>
          </a:xfrm>
          <a:prstGeom prst="roundRect">
            <a:avLst>
              <a:gd name="adj" fmla="val 16471"/>
            </a:avLst>
          </a:prstGeom>
          <a:solidFill>
            <a:srgbClr val="4A90E2"/>
          </a:solidFill>
          <a:ln/>
          <a:effectLst>
            <a:outerShdw sx="100000" sy="100000" kx="0" ky="0" algn="bl" rotWithShape="0" blurRad="101600" dist="38100" dir="5400000">
              <a:srgbClr val="4A90E2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4928616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이 자리에서 실제로 보여드립니다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3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011680"/>
            <a:ext cx="6400800" cy="6400800"/>
          </a:xfrm>
          <a:prstGeom prst="ellipse">
            <a:avLst/>
          </a:prstGeom>
          <a:solidFill>
            <a:srgbClr val="4A90E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2A8F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 3분,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2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라이브로 보여드립니다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658368" cy="658368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91640" y="237744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날씨 vs 네이버 날씨 비교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658368" cy="658368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329184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실연동 확인 (LLM이 방금 만든 제안)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658368" cy="658368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06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91640" y="420624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 발송 → 실제 수신 확인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" y="5120640"/>
            <a:ext cx="658368" cy="658368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20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12064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사용 → 추적 화면 실시간 반영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3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011680"/>
            <a:ext cx="6400800" cy="6400800"/>
          </a:xfrm>
          <a:prstGeom prst="ellipse">
            <a:avLst/>
          </a:prstGeom>
          <a:solidFill>
            <a:srgbClr val="4A90E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62A8F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4368" y="502920"/>
            <a:ext cx="822960" cy="8229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5684368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1508760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확인한 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4560" y="24231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2423160"/>
            <a:ext cx="7253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날씨 데이터로 동작하는 진단·제안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299008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2990088"/>
            <a:ext cx="7253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문자 발송·수신 (법적 필터 서버 강제)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35570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3557016"/>
            <a:ext cx="7253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사용이 추적 화면에 실시간 반영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18408" y="4352544"/>
            <a:ext cx="4754880" cy="502920"/>
          </a:xfrm>
          <a:prstGeom prst="roundRect">
            <a:avLst>
              <a:gd name="adj" fmla="val 49091"/>
            </a:avLst>
          </a:prstGeom>
          <a:solidFill>
            <a:srgbClr val="4A90E2"/>
          </a:solidFill>
          <a:ln/>
        </p:spPr>
      </p:sp>
      <p:sp>
        <p:nvSpPr>
          <p:cNvPr id="14" name="Text 12"/>
          <p:cNvSpPr/>
          <p:nvPr/>
        </p:nvSpPr>
        <p:spPr>
          <a:xfrm>
            <a:off x="3718408" y="43525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계획 · Phase 4 — 배포 + 검증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0" y="5129784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2026-07-16T04:18:44Z</dcterms:created>
  <dcterms:modified xsi:type="dcterms:W3CDTF">2026-07-16T04:18:44Z</dcterms:modified>
</cp:coreProperties>
</file>