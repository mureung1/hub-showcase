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5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58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-320040" y="342900"/>
            <a:ext cx="5852160" cy="4800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093" y="2100834"/>
            <a:ext cx="512064" cy="5120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6225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시험 벼락치기 스케줄러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B8A4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시험기간 대학생의 벼락치기 수면·카페인 스케줄을 최적화하는 도구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B8A4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N110_안정연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무엇을, 어떻게 해결하는가?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36118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308860" y="1691640"/>
            <a:ext cx="640080" cy="640080"/>
          </a:xfrm>
          <a:prstGeom prst="ellipse">
            <a:avLst/>
          </a:prstGeom>
          <a:solidFill>
            <a:srgbClr val="C17F3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18379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문제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9260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수면·카페인을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감으로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조절하다가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컨디션이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무너지고,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정작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시험 당일 상태가 안 좋아짐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6118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195060" y="1691640"/>
            <a:ext cx="640080" cy="640080"/>
          </a:xfrm>
          <a:prstGeom prst="ellipse">
            <a:avLst/>
          </a:prstGeom>
          <a:solidFill>
            <a:srgbClr val="C17F3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8379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해결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9260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자연어로 상황을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설명하면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검증된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수면과학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모델로</a:t>
            </a:r>
            <a:endParaRPr lang="en-US" sz="1400" dirty="0">
              <a:solidFill>
                <a:srgbClr val="2E1A0F"/>
              </a:solidFill>
              <a:latin typeface="HYSinMyeongJo-Medium" pitchFamily="34" charset="0"/>
              <a:ea typeface="HYSinMyeongJo-Medium" pitchFamily="34" charset="-122"/>
              <a:cs typeface="HYSinMyeongJo-Medium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시험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시작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시각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각성도를</a:t>
            </a:r>
            <a:endParaRPr lang="en-US" sz="1400" dirty="0">
              <a:solidFill>
                <a:srgbClr val="2E1A0F"/>
              </a:solidFill>
              <a:latin typeface="HYSinMyeongJo-Medium" pitchFamily="34" charset="0"/>
              <a:ea typeface="HYSinMyeongJo-Medium" pitchFamily="34" charset="-122"/>
              <a:cs typeface="HYSinMyeongJo-Medium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최대화하는</a:t>
            </a:r>
            <a:r>
              <a:rPr lang="en-US" sz="14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스케줄을 계산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화면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1280160" cy="1325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6791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서비스</a:t>
            </a:r>
            <a:r>
              <a:rPr lang="en-US" sz="9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9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소개</a:t>
            </a:r>
            <a:endParaRPr lang="en-US" sz="900" dirty="0">
              <a:solidFill>
                <a:srgbClr val="2E1A0F"/>
              </a:solidFill>
              <a:latin typeface="HYSinMyeongJo-Medium" pitchFamily="34" charset="0"/>
              <a:ea typeface="HYSinMyeongJo-Medium" pitchFamily="34" charset="-122"/>
              <a:cs typeface="HYSinMyeongJo-Medium" pitchFamily="34" charset="-120"/>
            </a:endParaRPr>
          </a:p>
          <a:p>
            <a:pPr marL="0" indent="0" algn="ctr">
              <a:buNone/>
            </a:pPr>
            <a:r>
              <a:rPr lang="en-US" sz="9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시작하기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537460"/>
            <a:ext cx="274320" cy="0"/>
          </a:xfrm>
          <a:prstGeom prst="line">
            <a:avLst/>
          </a:prstGeom>
          <a:noFill/>
          <a:ln w="19050">
            <a:solidFill>
              <a:srgbClr val="2E1A0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874520"/>
            <a:ext cx="1280160" cy="1325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258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정보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26791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자연어 + 조건 입력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537460"/>
            <a:ext cx="274320" cy="0"/>
          </a:xfrm>
          <a:prstGeom prst="line">
            <a:avLst/>
          </a:prstGeom>
          <a:noFill/>
          <a:ln w="19050">
            <a:solidFill>
              <a:srgbClr val="2E1A0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1874520"/>
            <a:ext cx="1280160" cy="1325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2258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처리 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05072" y="26791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모델 계산 진행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2537460"/>
            <a:ext cx="274320" cy="0"/>
          </a:xfrm>
          <a:prstGeom prst="line">
            <a:avLst/>
          </a:prstGeom>
          <a:noFill/>
          <a:ln w="19050">
            <a:solidFill>
              <a:srgbClr val="2E1A0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1874520"/>
            <a:ext cx="1280160" cy="1325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258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9552" y="26791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각성도 그래프 + 추천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537460"/>
            <a:ext cx="274320" cy="0"/>
          </a:xfrm>
          <a:prstGeom prst="line">
            <a:avLst/>
          </a:prstGeom>
          <a:noFill/>
          <a:ln w="19050">
            <a:solidFill>
              <a:srgbClr val="2E1A0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1874520"/>
            <a:ext cx="1280160" cy="1325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2258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스케줄 조정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4032" y="26791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슬라이더로 직접 조정</a:t>
            </a:r>
            <a:endParaRPr lang="en-US" sz="9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255264"/>
            <a:ext cx="3474720" cy="5212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3803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스케줄 조정에서 조건을 바꾸면 처리 중으로 돌아가 재계산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2960" y="4151376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41513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개인별 데이터를 축적하여 더 정확한 모델로 점점 발전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와이어프레임 · 홈 / 정보 입력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① 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81047" y="4138206"/>
            <a:ext cx="3474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사용자가 처음으로 만나는 화면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서비스 소개, 이전 계산 결과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② 정보 입력</a:t>
            </a:r>
            <a:endParaRPr lang="en-US" sz="1600" dirty="0"/>
          </a:p>
        </p:txBody>
      </p:sp>
      <p:pic>
        <p:nvPicPr>
          <p:cNvPr id="8" name="Image 1" descr="../screens/input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322" y="1536192"/>
            <a:ext cx="1588715" cy="24176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4083939"/>
            <a:ext cx="3474720" cy="517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 패턴, 섭취 카페인 입력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자연어로 추가 상황 설명 가능, 평소 취침 및 기상 </a:t>
            </a:r>
            <a:r>
              <a:rPr lang="en-US" sz="950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시간</a:t>
            </a: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950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시험</a:t>
            </a: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일시, 남은 공부 시간, 카페인 민감도, 수면압 등을 입력</a:t>
            </a:r>
            <a:endParaRPr lang="en-US" sz="950" dirty="0"/>
          </a:p>
        </p:txBody>
      </p:sp>
      <p:pic>
        <p:nvPicPr>
          <p:cNvPr id="11" name="Image 0" descr="../screens/home-screen.png">
            <a:extLst>
              <a:ext uri="{FF2B5EF4-FFF2-40B4-BE49-F238E27FC236}">
                <a16:creationId xmlns:a16="http://schemas.microsoft.com/office/drawing/2014/main" id="{2D6FE489-C01F-73C7-8E1C-8D03B5781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1536192"/>
            <a:ext cx="1588715" cy="2417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와이어프레임 · 처리 중 / 결과 / 스케줄 조정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③ 처리 중</a:t>
            </a:r>
            <a:endParaRPr lang="en-US" sz="1600" dirty="0"/>
          </a:p>
        </p:txBody>
      </p:sp>
      <p:pic>
        <p:nvPicPr>
          <p:cNvPr id="5" name="Image 0" descr="../screens/processing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322" y="1508760"/>
            <a:ext cx="1588715" cy="2417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033647"/>
            <a:ext cx="2194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계산 중 디스플레이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계산 후 결과 화면으로 넘어감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④ 결과</a:t>
            </a:r>
            <a:endParaRPr lang="en-US" sz="1600" dirty="0"/>
          </a:p>
        </p:txBody>
      </p:sp>
      <p:pic>
        <p:nvPicPr>
          <p:cNvPr id="8" name="Image 1" descr="../screens/result-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805" y="1508760"/>
            <a:ext cx="1588715" cy="24176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4030599"/>
            <a:ext cx="2194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추천 취침 시간과 섭취 카페인량 추천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그래프, </a:t>
            </a:r>
            <a:r>
              <a:rPr lang="en-US" sz="950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타임라인으로</a:t>
            </a: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950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표현된</a:t>
            </a:r>
            <a:endParaRPr lang="en-US" sz="950" dirty="0">
              <a:solidFill>
                <a:srgbClr val="8A6C52"/>
              </a:solidFill>
              <a:latin typeface="HYSinMyeongJo-Medium" pitchFamily="34" charset="0"/>
              <a:ea typeface="HYSinMyeongJo-Medium" pitchFamily="34" charset="-122"/>
              <a:cs typeface="HYSinMyeongJo-Medium" pitchFamily="34" charset="-120"/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시간대별</a:t>
            </a: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예측 각성도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436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⑤ 스케줄 조정</a:t>
            </a:r>
            <a:endParaRPr lang="en-US" sz="1600" dirty="0"/>
          </a:p>
        </p:txBody>
      </p:sp>
      <p:pic>
        <p:nvPicPr>
          <p:cNvPr id="11" name="Image 2" descr="../screens/adjust-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962" y="1508760"/>
            <a:ext cx="1588715" cy="24176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4033647"/>
            <a:ext cx="219456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세부적인 사항 변경 가능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재계산을 통해 다시 결과 제공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설계 과정 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Text 2"/>
          <p:cNvSpPr/>
          <p:nvPr/>
        </p:nvSpPr>
        <p:spPr>
          <a:xfrm>
            <a:off x="1089660" y="1310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17F3E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지금까지 — 기획 완료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9660" y="16306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26820" y="1767840"/>
            <a:ext cx="292608" cy="292608"/>
          </a:xfrm>
          <a:prstGeom prst="ellipse">
            <a:avLst/>
          </a:prstGeom>
          <a:solidFill>
            <a:srgbClr val="C17F3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28" y="1831848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6860" y="1740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아이디어 검증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26820" y="213360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실현 가능성과 차별성을 기준으로한 구현 가능성 확인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20212" y="2110740"/>
            <a:ext cx="2743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94532" y="16306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631692" y="1767840"/>
            <a:ext cx="292608" cy="292608"/>
          </a:xfrm>
          <a:prstGeom prst="ellipse">
            <a:avLst/>
          </a:prstGeom>
          <a:solidFill>
            <a:srgbClr val="C17F3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183184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1732" y="1740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전공 지식 기반 설계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31692" y="213360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 과학 논문을 계산 근거로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25084" y="2110740"/>
            <a:ext cx="2743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899404" y="16306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036564" y="1767840"/>
            <a:ext cx="292608" cy="292608"/>
          </a:xfrm>
          <a:prstGeom prst="ellipse">
            <a:avLst/>
          </a:prstGeom>
          <a:solidFill>
            <a:srgbClr val="C17F3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572" y="1831848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6604" y="1740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시나리오·기획서 완성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36564" y="213360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사용자 흐름 중심으로 화면 시각화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89660" y="2773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앞으로 — 4주 개발 계획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89660" y="3093720"/>
            <a:ext cx="1563624" cy="1234440"/>
          </a:xfrm>
          <a:prstGeom prst="roundRect">
            <a:avLst>
              <a:gd name="adj" fmla="val 5926"/>
            </a:avLst>
          </a:prstGeom>
          <a:solidFill>
            <a:srgbClr val="FBF7F2"/>
          </a:solidFill>
          <a:ln w="12700">
            <a:solidFill>
              <a:srgbClr val="C9B8A4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1089660" y="32308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1주차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81100" y="3624072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아이디어 구상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및 기획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2653284" y="3710940"/>
            <a:ext cx="228600" cy="0"/>
          </a:xfrm>
          <a:prstGeom prst="line">
            <a:avLst/>
          </a:prstGeom>
          <a:noFill/>
          <a:ln w="19050">
            <a:solidFill>
              <a:srgbClr val="8A6C52"/>
            </a:solidFill>
            <a:prstDash val="dash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2881884" y="3093720"/>
            <a:ext cx="1563624" cy="1234440"/>
          </a:xfrm>
          <a:prstGeom prst="roundRect">
            <a:avLst>
              <a:gd name="adj" fmla="val 5926"/>
            </a:avLst>
          </a:prstGeom>
          <a:solidFill>
            <a:srgbClr val="FBF7F2"/>
          </a:solidFill>
          <a:ln w="12700">
            <a:solidFill>
              <a:srgbClr val="C9B8A4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2881884" y="32308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2주차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2973324" y="3624072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계산 엔진 구현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445508" y="3710940"/>
            <a:ext cx="228600" cy="0"/>
          </a:xfrm>
          <a:prstGeom prst="line">
            <a:avLst/>
          </a:prstGeom>
          <a:noFill/>
          <a:ln w="19050">
            <a:solidFill>
              <a:srgbClr val="8A6C52"/>
            </a:solidFill>
            <a:prstDash val="dash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4674108" y="3093720"/>
            <a:ext cx="1563624" cy="1234440"/>
          </a:xfrm>
          <a:prstGeom prst="roundRect">
            <a:avLst>
              <a:gd name="adj" fmla="val 5926"/>
            </a:avLst>
          </a:prstGeom>
          <a:solidFill>
            <a:srgbClr val="FBF7F2"/>
          </a:solidFill>
          <a:ln w="12700">
            <a:solidFill>
              <a:srgbClr val="C9B8A4"/>
            </a:solidFill>
            <a:prstDash val="dash"/>
          </a:ln>
        </p:spPr>
      </p:sp>
      <p:sp>
        <p:nvSpPr>
          <p:cNvPr id="32" name="Text 27"/>
          <p:cNvSpPr/>
          <p:nvPr/>
        </p:nvSpPr>
        <p:spPr>
          <a:xfrm>
            <a:off x="4674108" y="32308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3주차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765548" y="3624072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화면 개발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시각화 연동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237732" y="3710940"/>
            <a:ext cx="228600" cy="0"/>
          </a:xfrm>
          <a:prstGeom prst="line">
            <a:avLst/>
          </a:prstGeom>
          <a:noFill/>
          <a:ln w="19050">
            <a:solidFill>
              <a:srgbClr val="8A6C52"/>
            </a:solidFill>
            <a:prstDash val="dash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466332" y="3093720"/>
            <a:ext cx="1563624" cy="1234440"/>
          </a:xfrm>
          <a:prstGeom prst="roundRect">
            <a:avLst>
              <a:gd name="adj" fmla="val 5926"/>
            </a:avLst>
          </a:prstGeom>
          <a:solidFill>
            <a:srgbClr val="FBF7F2"/>
          </a:solidFill>
          <a:ln w="12700">
            <a:solidFill>
              <a:srgbClr val="C9B8A4"/>
            </a:solidFill>
            <a:prstDash val="dash"/>
          </a:ln>
        </p:spPr>
      </p:sp>
      <p:sp>
        <p:nvSpPr>
          <p:cNvPr id="36" name="Text 31"/>
          <p:cNvSpPr/>
          <p:nvPr/>
        </p:nvSpPr>
        <p:spPr>
          <a:xfrm>
            <a:off x="6466332" y="32308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4주차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557772" y="3624072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추가 기능 구현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테스트·마무리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0D0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향후 고려 기능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703320"/>
          </a:xfrm>
          <a:prstGeom prst="roundRect">
            <a:avLst>
              <a:gd name="adj" fmla="val 2963"/>
            </a:avLst>
          </a:prstGeom>
          <a:solidFill>
            <a:srgbClr val="F7EEE0"/>
          </a:solidFill>
          <a:ln/>
        </p:spPr>
      </p:sp>
      <p:sp>
        <p:nvSpPr>
          <p:cNvPr id="4" name="Shape 2"/>
          <p:cNvSpPr/>
          <p:nvPr/>
        </p:nvSpPr>
        <p:spPr>
          <a:xfrm>
            <a:off x="1080135" y="1371600"/>
            <a:ext cx="2133295" cy="3063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95323" y="1572768"/>
            <a:ext cx="502920" cy="502920"/>
          </a:xfrm>
          <a:prstGeom prst="ellipse">
            <a:avLst/>
          </a:prstGeom>
          <a:solidFill>
            <a:srgbClr val="FBF7F2"/>
          </a:solidFill>
          <a:ln w="19050">
            <a:solidFill>
              <a:srgbClr val="C17F3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23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0135" y="2240280"/>
            <a:ext cx="2133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시나리오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3015" y="2651760"/>
            <a:ext cx="1767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공부·수면 시간 조합별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각성도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차이를</a:t>
            </a:r>
            <a:endParaRPr lang="en-US" sz="1000" dirty="0">
              <a:solidFill>
                <a:srgbClr val="2E1A0F"/>
              </a:solidFill>
              <a:latin typeface="HYSinMyeongJo-Medium" pitchFamily="34" charset="0"/>
              <a:ea typeface="HYSinMyeongJo-Medium" pitchFamily="34" charset="-122"/>
              <a:cs typeface="HYSinMyeongJo-Medium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비교해서</a:t>
            </a:r>
            <a:r>
              <a:rPr lang="en-US" sz="1000" dirty="0"/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보여줌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63015" y="3749040"/>
            <a:ext cx="1767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이유: 기존 </a:t>
            </a:r>
            <a:r>
              <a:rPr lang="en-US" sz="850" i="1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계산</a:t>
            </a: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850" i="1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엔진</a:t>
            </a:r>
            <a:r>
              <a:rPr lang="ko-KR" alt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을</a:t>
            </a: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850" i="1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재사용</a:t>
            </a:r>
            <a:r>
              <a:rPr lang="ko-KR" alt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하여 추가할 수 있다</a:t>
            </a:r>
            <a:r>
              <a:rPr lang="en-US" altLang="ko-KR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. </a:t>
            </a:r>
            <a:r>
              <a:rPr lang="ko-KR" alt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시간적 여유가 있으면 추가할 것</a:t>
            </a:r>
            <a:r>
              <a:rPr lang="en-US" altLang="ko-KR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87750" y="1371600"/>
            <a:ext cx="2133295" cy="3063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938" y="1572768"/>
            <a:ext cx="502920" cy="502920"/>
          </a:xfrm>
          <a:prstGeom prst="ellipse">
            <a:avLst/>
          </a:prstGeom>
          <a:solidFill>
            <a:srgbClr val="FBF7F2"/>
          </a:solidFill>
          <a:ln w="19050">
            <a:solidFill>
              <a:srgbClr val="C17F3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38" y="1691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7750" y="2240280"/>
            <a:ext cx="2133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공부 기록 캘린더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70630" y="2651760"/>
            <a:ext cx="1767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공부 시간을 기록하고,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수면압·카페인을 고려해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최적 시작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시각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추천</a:t>
            </a:r>
            <a:b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</a:b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(예: "내일 오전 10시부터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시작하면 최상의 컨디션")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70630" y="3749040"/>
            <a:ext cx="1767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이유: 캘린더·기록 저장 등 별도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데이터 </a:t>
            </a:r>
            <a:r>
              <a:rPr lang="en-US" sz="850" i="1" dirty="0" err="1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구조가</a:t>
            </a: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필</a:t>
            </a:r>
            <a:r>
              <a:rPr lang="ko-KR" alt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요하여 시간적 여유가 있으면 추가할 것</a:t>
            </a:r>
            <a:r>
              <a:rPr lang="en-US" altLang="ko-KR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895365" y="1371600"/>
            <a:ext cx="2133295" cy="3063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710553" y="1572768"/>
            <a:ext cx="502920" cy="502920"/>
          </a:xfrm>
          <a:prstGeom prst="ellipse">
            <a:avLst/>
          </a:prstGeom>
          <a:solidFill>
            <a:srgbClr val="FBF7F2"/>
          </a:solidFill>
          <a:ln w="19050">
            <a:solidFill>
              <a:srgbClr val="C17F3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853" y="16916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95365" y="2240280"/>
            <a:ext cx="2133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개인화 모델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078245" y="2651760"/>
            <a:ext cx="1767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약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n개월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데이터가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쌓이면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집단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평균이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아닌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개인별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수면리듬·카페인</a:t>
            </a:r>
            <a:r>
              <a:rPr lang="en-US" sz="1000" dirty="0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 </a:t>
            </a: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민감도로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2E1A0F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보정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078245" y="3749040"/>
            <a:ext cx="1767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이유: 아직 데이터가 없어 불가능,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A6C52"/>
                </a:solidFill>
                <a:latin typeface="HYSinMyeongJo-Medium" pitchFamily="34" charset="0"/>
                <a:ea typeface="HYSinMyeongJo-Medium" pitchFamily="34" charset="-122"/>
                <a:cs typeface="HYSinMyeongJo-Medium" pitchFamily="34" charset="-120"/>
              </a:rPr>
              <a:t>그 전까진 정확도 저하 경고 필요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378</Words>
  <Application>Microsoft Office PowerPoint</Application>
  <PresentationFormat>화면 슬라이드 쇼(16:9)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HYSinMyeongJo-Medium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 벼락치기 스케줄러</dc:title>
  <dc:subject>PptxGenJS Presentation</dc:subject>
  <dc:creator>N110_안정연</dc:creator>
  <cp:lastModifiedBy>정연 안</cp:lastModifiedBy>
  <cp:revision>5</cp:revision>
  <dcterms:created xsi:type="dcterms:W3CDTF">2026-07-08T06:34:16Z</dcterms:created>
  <dcterms:modified xsi:type="dcterms:W3CDTF">2026-07-08T06:44:35Z</dcterms:modified>
</cp:coreProperties>
</file>