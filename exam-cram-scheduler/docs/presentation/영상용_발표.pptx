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1E0C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데모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 벼락치기 스케줄러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 날짜·공부량·수면 패턴·카페인 상태를 넣으면, 시험 시작 시각에 각성도가 최고가 되도록 수면·카페인 스케줄을 계산해주는 도구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0"/>
            <a:ext cx="1097280" cy="0"/>
          </a:xfrm>
          <a:prstGeom prst="line">
            <a:avLst/>
          </a:prstGeom>
          <a:noFill/>
          <a:ln w="19050">
            <a:solidFill>
              <a:srgbClr val="ECE3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251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N110_안정연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소개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무엇을, 왜 만드는가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3931920" cy="3291840"/>
          </a:xfrm>
          <a:prstGeom prst="roundRect">
            <a:avLst>
              <a:gd name="adj" fmla="val 2500"/>
            </a:avLst>
          </a:prstGeom>
          <a:solidFill>
            <a:srgbClr val="F6F1E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시험기간이 되면 대학생 대부분은 벼락치기를 하고,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수면·카페인 섭취를 순전히 감에 의존해 조절한다.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결과, 시험이 여럿 겹치는 주간 전체를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고려하지 못하고 수면부족·컨디션 저하가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누적된다.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만드는 것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593592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 날짜·공부량·수면패턴·카페인 상태를 입력하면,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검증된 생물수학 모델로 "시험 시작 시각에 각성도가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최고가 되는" 수면·카페인 스케줄을 계산해주는 도구.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12344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60020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F1E0C9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73736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하루 단위 스케줄이 아니라, 시험이 여러 개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겹치는 "시험기간 전체"를 한 번에 고려해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수면·카페인 스케줄을 배분해준다.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30175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사용한 모델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338328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6F1E9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35204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Two-Process Model(수면압+일주기리듬) +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카페인 약동학·약력학(PK/PD) 상호작용 모델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수면과학 논문 기반의 검증된 공식 사용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만든 과정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4주 동안 이렇게 만들었습니다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1920240" cy="2606040"/>
          </a:xfrm>
          <a:prstGeom prst="roundRect">
            <a:avLst>
              <a:gd name="adj" fmla="val 4286"/>
            </a:avLst>
          </a:prstGeom>
          <a:solidFill>
            <a:srgbClr val="F6F1E9"/>
          </a:solidFill>
          <a:ln w="12700">
            <a:solidFill>
              <a:srgbClr val="ECE3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0817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1주차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3504" y="1975104"/>
            <a:ext cx="54864" cy="5486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105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 검증 및 문제 정의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603504" y="2359152"/>
            <a:ext cx="54864" cy="5486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945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기획서 작성 (v1 → v2)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603504" y="2743200"/>
            <a:ext cx="54864" cy="5486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7860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문서·스킬 설정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603504" y="3127248"/>
            <a:ext cx="54864" cy="5486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6265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프로토타입 제작 → React 이식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594360" y="3502152"/>
            <a:ext cx="1645920" cy="274320"/>
          </a:xfrm>
          <a:prstGeom prst="roundRect">
            <a:avLst>
              <a:gd name="adj" fmla="val 66667"/>
            </a:avLst>
          </a:prstGeom>
          <a:solidFill>
            <a:srgbClr val="FFFFFF"/>
          </a:solidFill>
          <a:ln w="12700">
            <a:solidFill>
              <a:srgbClr val="ECE3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502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77440" y="2583180"/>
            <a:ext cx="228600" cy="0"/>
          </a:xfrm>
          <a:prstGeom prst="line">
            <a:avLst/>
          </a:prstGeom>
          <a:noFill/>
          <a:ln w="19050">
            <a:solidFill>
              <a:srgbClr val="AB9D8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06040" y="1280160"/>
            <a:ext cx="1920240" cy="2606040"/>
          </a:xfrm>
          <a:prstGeom prst="roundRect">
            <a:avLst>
              <a:gd name="adj" fmla="val 4286"/>
            </a:avLst>
          </a:prstGeom>
          <a:solidFill>
            <a:srgbClr val="F6F1E9"/>
          </a:solidFill>
          <a:ln w="12700">
            <a:solidFill>
              <a:srgbClr val="ECE3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140817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2주차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752344" y="1975104"/>
            <a:ext cx="54864" cy="5486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21" name="Text 19"/>
          <p:cNvSpPr/>
          <p:nvPr/>
        </p:nvSpPr>
        <p:spPr>
          <a:xfrm>
            <a:off x="2880360" y="18105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Process S/C(수면압·일주기) 구현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2752344" y="2359152"/>
            <a:ext cx="54864" cy="5486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23" name="Text 21"/>
          <p:cNvSpPr/>
          <p:nvPr/>
        </p:nvSpPr>
        <p:spPr>
          <a:xfrm>
            <a:off x="2880360" y="21945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카페인 PK/PD 근사 모델 구현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2752344" y="2743200"/>
            <a:ext cx="54864" cy="5486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25" name="Text 23"/>
          <p:cNvSpPr/>
          <p:nvPr/>
        </p:nvSpPr>
        <p:spPr>
          <a:xfrm>
            <a:off x="2880360" y="257860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섭취 한도 로직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2752344" y="3127248"/>
            <a:ext cx="54864" cy="5486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27" name="Text 25"/>
          <p:cNvSpPr/>
          <p:nvPr/>
        </p:nvSpPr>
        <p:spPr>
          <a:xfrm>
            <a:off x="2880360" y="296265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각성 시각 역산(그리드 탐색)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2743200" y="3502152"/>
            <a:ext cx="1645920" cy="274320"/>
          </a:xfrm>
          <a:prstGeom prst="roundRect">
            <a:avLst>
              <a:gd name="adj" fmla="val 66667"/>
            </a:avLst>
          </a:prstGeom>
          <a:solidFill>
            <a:srgbClr val="FFFFFF"/>
          </a:solidFill>
          <a:ln w="12700">
            <a:solidFill>
              <a:srgbClr val="ECE3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3502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26280" y="2583180"/>
            <a:ext cx="228600" cy="0"/>
          </a:xfrm>
          <a:prstGeom prst="line">
            <a:avLst/>
          </a:prstGeom>
          <a:noFill/>
          <a:ln w="19050">
            <a:solidFill>
              <a:srgbClr val="AB9D8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754880" y="1280160"/>
            <a:ext cx="1920240" cy="2606040"/>
          </a:xfrm>
          <a:prstGeom prst="roundRect">
            <a:avLst>
              <a:gd name="adj" fmla="val 4286"/>
            </a:avLst>
          </a:prstGeom>
          <a:solidFill>
            <a:srgbClr val="F6F1E9"/>
          </a:solidFill>
          <a:ln w="12700">
            <a:solidFill>
              <a:srgbClr val="ECE3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140817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3주차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901184" y="1975104"/>
            <a:ext cx="54864" cy="5486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18105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시험 통합 최적화(담금질)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4901184" y="2359152"/>
            <a:ext cx="54864" cy="5486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21945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 연동 + 계산 API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4901184" y="2743200"/>
            <a:ext cx="54864" cy="5486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0" y="257860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브라우저·서버·DB 실제 연동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4901184" y="3127248"/>
            <a:ext cx="54864" cy="5486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0" y="296265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 화면에 계산 기능 연결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4892040" y="3502152"/>
            <a:ext cx="1645920" cy="274320"/>
          </a:xfrm>
          <a:prstGeom prst="roundRect">
            <a:avLst>
              <a:gd name="adj" fmla="val 66667"/>
            </a:avLst>
          </a:prstGeom>
          <a:solidFill>
            <a:srgbClr val="FFFFFF"/>
          </a:solidFill>
          <a:ln w="12700">
            <a:solidFill>
              <a:srgbClr val="ECE3D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502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675120" y="2583180"/>
            <a:ext cx="228600" cy="0"/>
          </a:xfrm>
          <a:prstGeom prst="line">
            <a:avLst/>
          </a:prstGeom>
          <a:noFill/>
          <a:ln w="19050">
            <a:solidFill>
              <a:srgbClr val="AB9D8C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903720" y="1280160"/>
            <a:ext cx="1920240" cy="2606040"/>
          </a:xfrm>
          <a:prstGeom prst="roundRect">
            <a:avLst>
              <a:gd name="adj" fmla="val 4286"/>
            </a:avLst>
          </a:prstGeom>
          <a:solidFill>
            <a:srgbClr val="F6F1E9"/>
          </a:solidFill>
          <a:ln w="12700">
            <a:solidFill>
              <a:srgbClr val="ECE3D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40880" y="140817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4주차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7050024" y="1975104"/>
            <a:ext cx="54864" cy="5486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47" name="Text 45"/>
          <p:cNvSpPr/>
          <p:nvPr/>
        </p:nvSpPr>
        <p:spPr>
          <a:xfrm>
            <a:off x="7178040" y="18105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기능 · 결과 화면 마무리</a:t>
            </a:r>
            <a:endParaRPr lang="en-US" sz="870" dirty="0"/>
          </a:p>
        </p:txBody>
      </p:sp>
      <p:sp>
        <p:nvSpPr>
          <p:cNvPr id="48" name="Shape 46"/>
          <p:cNvSpPr/>
          <p:nvPr/>
        </p:nvSpPr>
        <p:spPr>
          <a:xfrm>
            <a:off x="7050024" y="2359152"/>
            <a:ext cx="54864" cy="5486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49" name="Text 47"/>
          <p:cNvSpPr/>
          <p:nvPr/>
        </p:nvSpPr>
        <p:spPr>
          <a:xfrm>
            <a:off x="7178040" y="21945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테스트 · 버그 수정</a:t>
            </a:r>
            <a:endParaRPr lang="en-US" sz="870" dirty="0"/>
          </a:p>
        </p:txBody>
      </p:sp>
      <p:sp>
        <p:nvSpPr>
          <p:cNvPr id="50" name="Shape 48"/>
          <p:cNvSpPr/>
          <p:nvPr/>
        </p:nvSpPr>
        <p:spPr>
          <a:xfrm>
            <a:off x="7050024" y="2743200"/>
            <a:ext cx="54864" cy="5486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51" name="Text 49"/>
          <p:cNvSpPr/>
          <p:nvPr/>
        </p:nvSpPr>
        <p:spPr>
          <a:xfrm>
            <a:off x="7178040" y="257860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자료 · 데모 준비</a:t>
            </a:r>
            <a:endParaRPr lang="en-US" sz="870" dirty="0"/>
          </a:p>
        </p:txBody>
      </p:sp>
      <p:sp>
        <p:nvSpPr>
          <p:cNvPr id="52" name="Shape 50"/>
          <p:cNvSpPr/>
          <p:nvPr/>
        </p:nvSpPr>
        <p:spPr>
          <a:xfrm>
            <a:off x="7040880" y="3502152"/>
            <a:ext cx="1645920" cy="274320"/>
          </a:xfrm>
          <a:prstGeom prst="roundRect">
            <a:avLst>
              <a:gd name="adj" fmla="val 66667"/>
            </a:avLst>
          </a:prstGeom>
          <a:solidFill>
            <a:srgbClr val="FFFFFF"/>
          </a:solidFill>
          <a:ln w="12700">
            <a:solidFill>
              <a:srgbClr val="ECE3D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40880" y="3502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 중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57200" y="4050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결과: "계산하기"를 누르면 여러 시험을 한 번에 고려한 수면·카페인 스케줄이 실제로 나오는, 끝까지 동작하는 앱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아키텍처 · 데이터 흐름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계산하기 한 번에 — FE · BE · DB가 이렇게 움직입니다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요청 — 입력값·평소 수면/카페인 패턴을  POST /api/schedule/calculate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7863840" cy="0"/>
          </a:xfrm>
          <a:prstGeom prst="line">
            <a:avLst/>
          </a:prstGeom>
          <a:noFill/>
          <a:ln w="19050">
            <a:solidFill>
              <a:srgbClr val="9A5B2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2377440" cy="2194560"/>
          </a:xfrm>
          <a:prstGeom prst="roundRect">
            <a:avLst>
              <a:gd name="adj" fmla="val 4167"/>
            </a:avLst>
          </a:prstGeom>
          <a:solidFill>
            <a:srgbClr val="F6F1E9"/>
          </a:solidFill>
          <a:ln w="12700">
            <a:solidFill>
              <a:srgbClr val="ECE3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62456" y="207568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0015" y="2203247"/>
            <a:ext cx="311810" cy="31181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7066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 — React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29992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client/ · 5개 화면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40080" y="331012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"계산하기"로 요청을 보내고,</a:t>
            </a:r>
            <a:endParaRPr lang="en-US" sz="95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돌아온 각성도 그래프·추천</a:t>
            </a:r>
            <a:endParaRPr lang="en-US" sz="95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스케줄·경고를 화면에 렌더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880360" y="3017520"/>
            <a:ext cx="548640" cy="0"/>
          </a:xfrm>
          <a:prstGeom prst="line">
            <a:avLst/>
          </a:prstGeom>
          <a:noFill/>
          <a:ln w="19050">
            <a:solidFill>
              <a:srgbClr val="9A5B28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474720" y="1920240"/>
            <a:ext cx="2377440" cy="2194560"/>
          </a:xfrm>
          <a:prstGeom prst="roundRect">
            <a:avLst>
              <a:gd name="adj" fmla="val 4167"/>
            </a:avLst>
          </a:prstGeom>
          <a:solidFill>
            <a:srgbClr val="F6F1E9"/>
          </a:solidFill>
          <a:ln w="12700">
            <a:solidFill>
              <a:srgbClr val="ECE3D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79976" y="207568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535" y="2203247"/>
            <a:ext cx="311810" cy="31181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66160" y="27066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 — Express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566160" y="29992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server/ · 계산 엔진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657600" y="331012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 검증 → DB 참고데이터 조회</a:t>
            </a:r>
            <a:endParaRPr lang="en-US" sz="95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다중 시험 최적화(담금질)로</a:t>
            </a:r>
            <a:endParaRPr lang="en-US" sz="95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 스케줄 계산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897880" y="2871216"/>
            <a:ext cx="548640" cy="0"/>
          </a:xfrm>
          <a:prstGeom prst="line">
            <a:avLst/>
          </a:prstGeom>
          <a:noFill/>
          <a:ln w="19050">
            <a:solidFill>
              <a:srgbClr val="9A5B28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5897880" y="3163824"/>
            <a:ext cx="548640" cy="0"/>
          </a:xfrm>
          <a:prstGeom prst="line">
            <a:avLst/>
          </a:prstGeom>
          <a:noFill/>
          <a:ln w="19050">
            <a:solidFill>
              <a:srgbClr val="9A5B28"/>
            </a:solidFill>
            <a:prstDash val="solid"/>
            <a:headEnd type="triangle"/>
          </a:ln>
        </p:spPr>
      </p:sp>
      <p:sp>
        <p:nvSpPr>
          <p:cNvPr id="22" name="Shape 18"/>
          <p:cNvSpPr/>
          <p:nvPr/>
        </p:nvSpPr>
        <p:spPr>
          <a:xfrm>
            <a:off x="6492240" y="1920240"/>
            <a:ext cx="2377440" cy="2194560"/>
          </a:xfrm>
          <a:prstGeom prst="roundRect">
            <a:avLst>
              <a:gd name="adj" fmla="val 4167"/>
            </a:avLst>
          </a:prstGeom>
          <a:solidFill>
            <a:srgbClr val="F6F1E9"/>
          </a:solidFill>
          <a:ln w="12700">
            <a:solidFill>
              <a:srgbClr val="ECE3D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97496" y="207568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055" y="2203247"/>
            <a:ext cx="311810" cy="31181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83680" y="27066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— Supabase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583680" y="29992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 · 참고 데이터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6675120" y="331012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민감도별 카페인 반감기·</a:t>
            </a:r>
            <a:endParaRPr lang="en-US" sz="95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섭취 한도를</a:t>
            </a:r>
            <a:endParaRPr lang="en-US" sz="95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SELECT로 제공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640080" y="4407408"/>
            <a:ext cx="7863840" cy="0"/>
          </a:xfrm>
          <a:prstGeom prst="line">
            <a:avLst/>
          </a:prstGeom>
          <a:noFill/>
          <a:ln w="19050">
            <a:solidFill>
              <a:srgbClr val="9A5B28"/>
            </a:solidFill>
            <a:prstDash val="solid"/>
            <a:headEnd type="triangle"/>
          </a:ln>
        </p:spPr>
      </p:sp>
      <p:sp>
        <p:nvSpPr>
          <p:cNvPr id="29" name="Text 24"/>
          <p:cNvSpPr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응답 — 각성도 곡선 · 추천 스케줄 · 안전 경고를 되돌려 결과 화면에 표시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일하는 방식 · Agent 활용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AI와 어떻게 일했나 — 이슈 하나를 처리하는 작업 순서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이슈 하나를 아래 6단계로 반복하며 3주간 개발했다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1280160" cy="1554480"/>
          </a:xfrm>
          <a:prstGeom prst="roundRect">
            <a:avLst>
              <a:gd name="adj" fmla="val 6429"/>
            </a:avLst>
          </a:prstGeom>
          <a:solidFill>
            <a:srgbClr val="F6F1E9"/>
          </a:solidFill>
          <a:ln/>
        </p:spPr>
      </p:sp>
      <p:sp>
        <p:nvSpPr>
          <p:cNvPr id="7" name="Shape 5"/>
          <p:cNvSpPr/>
          <p:nvPr/>
        </p:nvSpPr>
        <p:spPr>
          <a:xfrm>
            <a:off x="923544" y="1810512"/>
            <a:ext cx="347472" cy="347472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8" name="Text 6"/>
          <p:cNvSpPr/>
          <p:nvPr/>
        </p:nvSpPr>
        <p:spPr>
          <a:xfrm>
            <a:off x="923544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" y="224942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이슈 파악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0352" y="2560320"/>
            <a:ext cx="1133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83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이슈로</a:t>
            </a:r>
            <a:endParaRPr lang="en-US" sz="83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83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범위 확인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1755648" y="2404872"/>
            <a:ext cx="109728" cy="0"/>
          </a:xfrm>
          <a:prstGeom prst="line">
            <a:avLst/>
          </a:prstGeom>
          <a:noFill/>
          <a:ln w="19050">
            <a:solidFill>
              <a:srgbClr val="9A5B2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883664" y="1627632"/>
            <a:ext cx="1280160" cy="1554480"/>
          </a:xfrm>
          <a:prstGeom prst="roundRect">
            <a:avLst>
              <a:gd name="adj" fmla="val 6429"/>
            </a:avLst>
          </a:prstGeom>
          <a:solidFill>
            <a:srgbClr val="F6F1E9"/>
          </a:solidFill>
          <a:ln/>
        </p:spPr>
      </p:sp>
      <p:sp>
        <p:nvSpPr>
          <p:cNvPr id="13" name="Shape 11"/>
          <p:cNvSpPr/>
          <p:nvPr/>
        </p:nvSpPr>
        <p:spPr>
          <a:xfrm>
            <a:off x="2350008" y="1810512"/>
            <a:ext cx="347472" cy="347472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14" name="Text 12"/>
          <p:cNvSpPr/>
          <p:nvPr/>
        </p:nvSpPr>
        <p:spPr>
          <a:xfrm>
            <a:off x="2350008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38528" y="224942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 듣고 검증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956816" y="2560320"/>
            <a:ext cx="1133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83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설명 듣고 근거·</a:t>
            </a:r>
            <a:endParaRPr lang="en-US" sz="83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83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수식이 맞는지 검증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3182112" y="2404872"/>
            <a:ext cx="109728" cy="0"/>
          </a:xfrm>
          <a:prstGeom prst="line">
            <a:avLst/>
          </a:prstGeom>
          <a:noFill/>
          <a:ln w="19050">
            <a:solidFill>
              <a:srgbClr val="9A5B2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310128" y="1627632"/>
            <a:ext cx="1280160" cy="1554480"/>
          </a:xfrm>
          <a:prstGeom prst="roundRect">
            <a:avLst>
              <a:gd name="adj" fmla="val 6429"/>
            </a:avLst>
          </a:prstGeom>
          <a:solidFill>
            <a:srgbClr val="F6F1E9"/>
          </a:solidFill>
          <a:ln/>
        </p:spPr>
      </p:sp>
      <p:sp>
        <p:nvSpPr>
          <p:cNvPr id="19" name="Shape 17"/>
          <p:cNvSpPr/>
          <p:nvPr/>
        </p:nvSpPr>
        <p:spPr>
          <a:xfrm>
            <a:off x="3776472" y="1810512"/>
            <a:ext cx="347472" cy="347472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20" name="Text 18"/>
          <p:cNvSpPr/>
          <p:nvPr/>
        </p:nvSpPr>
        <p:spPr>
          <a:xfrm>
            <a:off x="3776472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64992" y="224942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 이해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83280" y="2560320"/>
            <a:ext cx="1133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83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계획을 이해될</a:t>
            </a:r>
            <a:endParaRPr lang="en-US" sz="83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83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때까지 되묻기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4608576" y="2404872"/>
            <a:ext cx="109728" cy="0"/>
          </a:xfrm>
          <a:prstGeom prst="line">
            <a:avLst/>
          </a:prstGeom>
          <a:noFill/>
          <a:ln w="19050">
            <a:solidFill>
              <a:srgbClr val="9A5B2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736592" y="1627632"/>
            <a:ext cx="1280160" cy="1554480"/>
          </a:xfrm>
          <a:prstGeom prst="roundRect">
            <a:avLst>
              <a:gd name="adj" fmla="val 6429"/>
            </a:avLst>
          </a:prstGeom>
          <a:solidFill>
            <a:srgbClr val="F6F1E9"/>
          </a:solidFill>
          <a:ln/>
        </p:spPr>
      </p:sp>
      <p:sp>
        <p:nvSpPr>
          <p:cNvPr id="25" name="Shape 23"/>
          <p:cNvSpPr/>
          <p:nvPr/>
        </p:nvSpPr>
        <p:spPr>
          <a:xfrm>
            <a:off x="5202936" y="1810512"/>
            <a:ext cx="347472" cy="347472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26" name="Text 24"/>
          <p:cNvSpPr/>
          <p:nvPr/>
        </p:nvSpPr>
        <p:spPr>
          <a:xfrm>
            <a:off x="5202936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91456" y="224942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수행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9744" y="2560320"/>
            <a:ext cx="1133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83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 이해한 뒤에야</a:t>
            </a:r>
            <a:endParaRPr lang="en-US" sz="83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83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작업 수행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6035040" y="2404872"/>
            <a:ext cx="109728" cy="0"/>
          </a:xfrm>
          <a:prstGeom prst="line">
            <a:avLst/>
          </a:prstGeom>
          <a:noFill/>
          <a:ln w="19050">
            <a:solidFill>
              <a:srgbClr val="9A5B2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163056" y="1627632"/>
            <a:ext cx="1280160" cy="1554480"/>
          </a:xfrm>
          <a:prstGeom prst="roundRect">
            <a:avLst>
              <a:gd name="adj" fmla="val 6429"/>
            </a:avLst>
          </a:prstGeom>
          <a:solidFill>
            <a:srgbClr val="F6F1E9"/>
          </a:solidFill>
          <a:ln/>
        </p:spPr>
      </p:sp>
      <p:sp>
        <p:nvSpPr>
          <p:cNvPr id="31" name="Shape 29"/>
          <p:cNvSpPr/>
          <p:nvPr/>
        </p:nvSpPr>
        <p:spPr>
          <a:xfrm>
            <a:off x="6629400" y="1810512"/>
            <a:ext cx="347472" cy="347472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32" name="Text 30"/>
          <p:cNvSpPr/>
          <p:nvPr/>
        </p:nvSpPr>
        <p:spPr>
          <a:xfrm>
            <a:off x="6629400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7920" y="224942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 · 테스트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36208" y="2560320"/>
            <a:ext cx="1133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83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이해 + 검증</a:t>
            </a:r>
            <a:endParaRPr lang="en-US" sz="83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83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스크립트로 테스트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7461504" y="2404872"/>
            <a:ext cx="109728" cy="0"/>
          </a:xfrm>
          <a:prstGeom prst="line">
            <a:avLst/>
          </a:prstGeom>
          <a:noFill/>
          <a:ln w="19050">
            <a:solidFill>
              <a:srgbClr val="9A5B2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589520" y="1627632"/>
            <a:ext cx="1280160" cy="1554480"/>
          </a:xfrm>
          <a:prstGeom prst="roundRect">
            <a:avLst>
              <a:gd name="adj" fmla="val 6429"/>
            </a:avLst>
          </a:prstGeom>
          <a:solidFill>
            <a:srgbClr val="F1E0C9"/>
          </a:solidFill>
          <a:ln w="15240">
            <a:solidFill>
              <a:srgbClr val="9A5B2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55864" y="1810512"/>
            <a:ext cx="347472" cy="347472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38" name="Text 36"/>
          <p:cNvSpPr/>
          <p:nvPr/>
        </p:nvSpPr>
        <p:spPr>
          <a:xfrm>
            <a:off x="8055864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644384" y="224942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커밋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662672" y="2560320"/>
            <a:ext cx="1133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83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commit 스킬로</a:t>
            </a:r>
            <a:endParaRPr lang="en-US" sz="830" dirty="0"/>
          </a:p>
          <a:p>
            <a:pPr algn="ctr" indent="0" marL="0">
              <a:lnSpc>
                <a:spcPct val="122000"/>
              </a:lnSpc>
              <a:buNone/>
            </a:pPr>
            <a:r>
              <a:rPr lang="en-US" sz="83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단위 커밋</a:t>
            </a:r>
            <a:endParaRPr lang="en-US" sz="830" dirty="0"/>
          </a:p>
        </p:txBody>
      </p:sp>
      <p:sp>
        <p:nvSpPr>
          <p:cNvPr id="41" name="Text 39"/>
          <p:cNvSpPr/>
          <p:nvPr/>
        </p:nvSpPr>
        <p:spPr>
          <a:xfrm>
            <a:off x="457200" y="3401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CLAUDE.md에 정해둔 규칙 3가지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57200" y="3712464"/>
            <a:ext cx="2679192" cy="548640"/>
          </a:xfrm>
          <a:prstGeom prst="roundRect">
            <a:avLst>
              <a:gd name="adj" fmla="val 13333"/>
            </a:avLst>
          </a:prstGeom>
          <a:solidFill>
            <a:srgbClr val="F6F1E9"/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" y="3712464"/>
            <a:ext cx="64008" cy="548640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3785616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설명은 4단계로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0080" y="4005072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 → 방식 → 근거 → 구현, 파일 하나씩만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3319272" y="3712464"/>
            <a:ext cx="2679192" cy="548640"/>
          </a:xfrm>
          <a:prstGeom prst="roundRect">
            <a:avLst>
              <a:gd name="adj" fmla="val 13333"/>
            </a:avLst>
          </a:prstGeom>
          <a:solidFill>
            <a:srgbClr val="F6F1E9"/>
          </a:solidFill>
          <a:ln/>
        </p:spPr>
      </p:sp>
      <p:sp>
        <p:nvSpPr>
          <p:cNvPr id="47" name="Shape 45"/>
          <p:cNvSpPr/>
          <p:nvPr/>
        </p:nvSpPr>
        <p:spPr>
          <a:xfrm>
            <a:off x="3319272" y="3712464"/>
            <a:ext cx="64008" cy="548640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48" name="Text 46"/>
          <p:cNvSpPr/>
          <p:nvPr/>
        </p:nvSpPr>
        <p:spPr>
          <a:xfrm>
            <a:off x="3502152" y="3785616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지시한 것만 실행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502152" y="4005072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시키지 않은 작업은 스스로 하지 않기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6181344" y="3712464"/>
            <a:ext cx="2679192" cy="548640"/>
          </a:xfrm>
          <a:prstGeom prst="roundRect">
            <a:avLst>
              <a:gd name="adj" fmla="val 13333"/>
            </a:avLst>
          </a:prstGeom>
          <a:solidFill>
            <a:srgbClr val="F6F1E9"/>
          </a:solidFill>
          <a:ln/>
        </p:spPr>
      </p:sp>
      <p:sp>
        <p:nvSpPr>
          <p:cNvPr id="51" name="Shape 49"/>
          <p:cNvSpPr/>
          <p:nvPr/>
        </p:nvSpPr>
        <p:spPr>
          <a:xfrm>
            <a:off x="6181344" y="3712464"/>
            <a:ext cx="64008" cy="548640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2" name="Text 50"/>
          <p:cNvSpPr/>
          <p:nvPr/>
        </p:nvSpPr>
        <p:spPr>
          <a:xfrm>
            <a:off x="6364224" y="3785616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빈틈은 되묻기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364224" y="4005072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 정해진 부분은 임의로 안 채우고 질문</a:t>
            </a:r>
            <a:endParaRPr lang="en-US" sz="880" dirty="0"/>
          </a:p>
        </p:txBody>
      </p:sp>
      <p:sp>
        <p:nvSpPr>
          <p:cNvPr id="54" name="Text 52"/>
          <p:cNvSpPr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외 — 커밋은 Conventional Commits(한국어)·파일 단위, 컴포넌트는 CSS Modules 디자인 토큰 재사용 (역시 CLAUDE.md에 기록)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시험 벼락치기 스케줄러 — 데모 영상용</dc:title>
  <dc:subject>PptxGenJS Presentation</dc:subject>
  <dc:creator>N110_안정연</dc:creator>
  <cp:lastModifiedBy>N110_안정연</cp:lastModifiedBy>
  <cp:revision>1</cp:revision>
  <dcterms:created xsi:type="dcterms:W3CDTF">2026-07-29T09:06:07Z</dcterms:created>
  <dcterms:modified xsi:type="dcterms:W3CDTF">2026-07-29T09:06:07Z</dcterms:modified>
</cp:coreProperties>
</file>