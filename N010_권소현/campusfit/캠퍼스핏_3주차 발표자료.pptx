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소현 권" userId="7fdb251d3f0d6e91" providerId="LiveId" clId="{80E02EBB-374C-4A09-8616-A5009EB9357D}"/>
    <pc:docChg chg="delSld modSld">
      <pc:chgData name="소현 권" userId="7fdb251d3f0d6e91" providerId="LiveId" clId="{80E02EBB-374C-4A09-8616-A5009EB9357D}" dt="2026-07-24T04:27:59.248" v="69" actId="47"/>
      <pc:docMkLst>
        <pc:docMk/>
      </pc:docMkLst>
      <pc:sldChg chg="modSp mod">
        <pc:chgData name="소현 권" userId="7fdb251d3f0d6e91" providerId="LiveId" clId="{80E02EBB-374C-4A09-8616-A5009EB9357D}" dt="2026-07-24T03:51:55.644" v="68" actId="20577"/>
        <pc:sldMkLst>
          <pc:docMk/>
          <pc:sldMk cId="0" sldId="256"/>
        </pc:sldMkLst>
        <pc:spChg chg="mod">
          <ac:chgData name="소현 권" userId="7fdb251d3f0d6e91" providerId="LiveId" clId="{80E02EBB-374C-4A09-8616-A5009EB9357D}" dt="2026-07-24T03:51:55.644" v="68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소현 권" userId="7fdb251d3f0d6e91" providerId="LiveId" clId="{80E02EBB-374C-4A09-8616-A5009EB9357D}" dt="2026-07-24T03:44:54.526" v="1" actId="20577"/>
        <pc:sldMkLst>
          <pc:docMk/>
          <pc:sldMk cId="0" sldId="257"/>
        </pc:sldMkLst>
        <pc:spChg chg="mod">
          <ac:chgData name="소현 권" userId="7fdb251d3f0d6e91" providerId="LiveId" clId="{80E02EBB-374C-4A09-8616-A5009EB9357D}" dt="2026-07-24T03:44:54.526" v="1" actId="20577"/>
          <ac:spMkLst>
            <pc:docMk/>
            <pc:sldMk cId="0" sldId="257"/>
            <ac:spMk id="21" creationId="{00000000-0000-0000-0000-000000000000}"/>
          </ac:spMkLst>
        </pc:spChg>
      </pc:sldChg>
      <pc:sldChg chg="del">
        <pc:chgData name="소현 권" userId="7fdb251d3f0d6e91" providerId="LiveId" clId="{80E02EBB-374C-4A09-8616-A5009EB9357D}" dt="2026-07-24T04:27:59.248" v="69" actId="47"/>
        <pc:sldMkLst>
          <pc:docMk/>
          <pc:sldMk cId="0" sldId="260"/>
        </pc:sldMkLst>
      </pc:sldChg>
      <pc:sldChg chg="modSp mod">
        <pc:chgData name="소현 권" userId="7fdb251d3f0d6e91" providerId="LiveId" clId="{80E02EBB-374C-4A09-8616-A5009EB9357D}" dt="2026-07-24T03:50:03.312" v="22" actId="20577"/>
        <pc:sldMkLst>
          <pc:docMk/>
          <pc:sldMk cId="0" sldId="261"/>
        </pc:sldMkLst>
        <pc:spChg chg="mod">
          <ac:chgData name="소현 권" userId="7fdb251d3f0d6e91" providerId="LiveId" clId="{80E02EBB-374C-4A09-8616-A5009EB9357D}" dt="2026-07-24T03:50:03.312" v="22" actId="20577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소현 권" userId="7fdb251d3f0d6e91" providerId="LiveId" clId="{80E02EBB-374C-4A09-8616-A5009EB9357D}" dt="2026-07-24T03:51:26.446" v="42" actId="20577"/>
        <pc:sldMkLst>
          <pc:docMk/>
          <pc:sldMk cId="0" sldId="264"/>
        </pc:sldMkLst>
        <pc:spChg chg="mod">
          <ac:chgData name="소현 권" userId="7fdb251d3f0d6e91" providerId="LiveId" clId="{80E02EBB-374C-4A09-8616-A5009EB9357D}" dt="2026-07-24T03:51:26.446" v="42" actId="20577"/>
          <ac:spMkLst>
            <pc:docMk/>
            <pc:sldMk cId="0" sldId="264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84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463040"/>
            <a:ext cx="219456" cy="219456"/>
          </a:xfrm>
          <a:prstGeom prst="ellipse">
            <a:avLst/>
          </a:prstGeom>
          <a:solidFill>
            <a:srgbClr val="6D66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601200" y="2103120"/>
            <a:ext cx="219456" cy="219456"/>
          </a:xfrm>
          <a:prstGeom prst="ellipse">
            <a:avLst/>
          </a:prstGeom>
          <a:solidFill>
            <a:srgbClr val="6D66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21040" y="2743200"/>
            <a:ext cx="219456" cy="219456"/>
          </a:xfrm>
          <a:prstGeom prst="ellipse">
            <a:avLst/>
          </a:prstGeom>
          <a:solidFill>
            <a:srgbClr val="6D66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784080" y="3383280"/>
            <a:ext cx="219456" cy="219456"/>
          </a:xfrm>
          <a:prstGeom prst="ellipse">
            <a:avLst/>
          </a:prstGeom>
          <a:solidFill>
            <a:srgbClr val="6D66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0" y="4023360"/>
            <a:ext cx="219456" cy="219456"/>
          </a:xfrm>
          <a:prstGeom prst="ellipse">
            <a:avLst/>
          </a:prstGeom>
          <a:solidFill>
            <a:srgbClr val="6D66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195560" y="25146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4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N010_권소현 · 3</a:t>
            </a:r>
            <a:r>
              <a:rPr lang="ko-KR" altLang="en-US" sz="1300" b="1" kern="0" spc="100" dirty="0">
                <a:solidFill>
                  <a:srgbClr val="E4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주차 데모 발표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캠퍼스핏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4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가능한 공고만 자동으로 보여주는 대학생 정보 플랫폼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장학금 · 공모전 · 지자체 혜택 · 대외활동 · 인턴십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정보가 없는 게 아니라, 걸러주는 곳이 없다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학과·선후배 네트워크가 약한 대학생은 장학금·공모전·지자체 혜택·대외활동·인턴십 정보가 여러 사이트에 흩어져 있고,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학교·지역·학년에 따라 지원 대상이 달라지는 상황에서 자신에게 해당되는 기회의 존재조차 모른 채 놓친다.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3044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장학금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5387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333756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063240" y="35021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공모전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63240" y="39959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278892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40680" y="295351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 혜택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34472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33832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0" y="354787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대외활동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40416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0" y="29260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058400" y="309067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인턴십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0" y="35844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05840" y="5120640"/>
            <a:ext cx="101800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정보가 없는 게 아니라, 카테고리마다 사이트가 갈라져 있고,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그중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“내가 대상인지”를 걸러주지 않는다</a:t>
            </a:r>
            <a:r>
              <a:rPr lang="en-US" sz="1600" dirty="0">
                <a:solidFill>
                  <a:srgbClr val="E4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것이 문제의 본질이다.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방법으로는 안 되나 (1)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챗봇에 물어보면 되지 않을까?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챗봇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캠퍼스핏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정보 출처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어디서 가져왔는지 알기 어렵다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공식 공고만 수집한다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최신성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마감 지난 공고를 그대로 알려줄 수 있다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마감된 공고는 자동으로 삭제된다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자격 확인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내가 대상인지는 결국 직접 다시 확인해야 한다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지역·학년 조건으로 자동 필터링된다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27000" marB="1270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방법으로는 안 되나 (2)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사이트를 쓰면 되지 않을까?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3291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서비스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다루는 카테고리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자격 필터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팀원모집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링커리어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대외활동 · 공모전 · 교육 · 채용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지역 · 분야 수동 필터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있음 (글쓰기+댓글+채팅방)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캠퍼스픽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동아리 · 대외활동 · 공모전 · 취업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학교별 / 지역 필터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스터디 게시판 (자유모집)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위비티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공모전 전용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드림스폰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장학금 전용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 (해시태그만)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5F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캠퍼스핏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5개 카테고리 통합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지역 · 학년 자동 필터링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공고마다 자동 연결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40080" y="525780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1005840" y="5257800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카테고리를 한 곳에서, 지역·학년 조건으로 자동 필터링하는 서비스는 없다.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3가지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1984248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984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74520" y="1819656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기반 필터링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2167128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· 학년 조건으로 5개 카테고리를 한 번에 거른다 — 서비스의 심장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74520" y="2514600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</a:t>
            </a:r>
            <a:r>
              <a:rPr lang="ko-KR" altLang="en-US" sz="11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</a:t>
            </a:r>
            <a:r>
              <a:rPr lang="en-US" sz="11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지역 · 2학년 조건 → </a:t>
            </a:r>
            <a:r>
              <a:rPr lang="ko-KR" altLang="en-US" sz="11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</a:t>
            </a:r>
            <a:r>
              <a:rPr lang="en-US" sz="1150" i="1" dirty="0" err="1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공고</a:t>
            </a:r>
            <a:r>
              <a:rPr lang="en-US" sz="11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중 지원 가능한 것만 남는다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401568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401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4520" y="3236976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마감임박 + 신규등록 정리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74520" y="3584448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 7일 이내 공고를 최상단에, 최근 등록된 공고도 함께 보여준다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74520" y="3931920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· 알림 같은 무거운 기능 없이, 정렬 기준 하나로 다시 들어올 이유를 만든다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60120" y="4818888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0120" y="4818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74520" y="4654296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팀원모집 게시판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874520" y="5001768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공고 하나하나에 연결된 인앱 게시판에서 글쓰기 + 댓글로 지원한다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874520" y="5349240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모집완료 처리 기능 신규 반영 — 글쓴이가 마감 처리하면 목록에서 자동으로 숨겨진다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공고 하나를 클릭했을 때의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31720" cy="1783080"/>
          </a:xfrm>
          <a:prstGeom prst="roundRect">
            <a:avLst>
              <a:gd name="adj" fmla="val 4103"/>
            </a:avLst>
          </a:prstGeom>
          <a:solidFill>
            <a:srgbClr val="F1F2F6"/>
          </a:solidFill>
          <a:ln w="12700">
            <a:solidFill>
              <a:srgbClr val="DD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549908" y="2606040"/>
            <a:ext cx="512064" cy="512064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549908" y="2606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목록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5844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필터링된 공고 목록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71800" y="2377440"/>
            <a:ext cx="502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2331720" cy="1783080"/>
          </a:xfrm>
          <a:prstGeom prst="roundRect">
            <a:avLst>
              <a:gd name="adj" fmla="val 4103"/>
            </a:avLst>
          </a:prstGeom>
          <a:solidFill>
            <a:srgbClr val="F1F2F6"/>
          </a:solidFill>
          <a:ln w="12700">
            <a:solidFill>
              <a:srgbClr val="DD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84548" y="2606040"/>
            <a:ext cx="512064" cy="512064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384548" y="2606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공고 클릭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5844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 · 마감일 · 배지 확인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2377440"/>
            <a:ext cx="502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2377440"/>
            <a:ext cx="2331720" cy="1783080"/>
          </a:xfrm>
          <a:prstGeom prst="roundRect">
            <a:avLst>
              <a:gd name="adj" fmla="val 4103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219188" y="2606040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219188" y="2606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한눈에 정리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5844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인앱 요약 화면으로 진입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41080" y="2377440"/>
            <a:ext cx="502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0" y="2377440"/>
            <a:ext cx="2331720" cy="1783080"/>
          </a:xfrm>
          <a:prstGeom prst="roundRect">
            <a:avLst>
              <a:gd name="adj" fmla="val 4103"/>
            </a:avLst>
          </a:prstGeom>
          <a:solidFill>
            <a:srgbClr val="F1F2F6"/>
          </a:solidFill>
          <a:ln w="12700">
            <a:solidFill>
              <a:srgbClr val="DDE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053828" y="2606040"/>
            <a:ext cx="512064" cy="512064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053828" y="2606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페이지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5844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지원은 여기서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005840" y="4709160"/>
            <a:ext cx="101800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리스팅 상세 화면에는 실제 지원 폼(입력 필드 등)을 만들지 않는다 — “한눈에 정리” 요약 + 공식 페이지 링크까지만.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데이터 연동 현황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27168" cy="1691640"/>
          </a:xfrm>
          <a:prstGeom prst="roundRect">
            <a:avLst>
              <a:gd name="adj" fmla="val 4324"/>
            </a:avLst>
          </a:prstGeom>
          <a:solidFill>
            <a:srgbClr val="F1F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892808"/>
            <a:ext cx="403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한국장학재단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54480" y="2313432"/>
            <a:ext cx="403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 완료 — 실제 데이터로 동작 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4448" y="1691640"/>
            <a:ext cx="5227168" cy="1691640"/>
          </a:xfrm>
          <a:prstGeom prst="roundRect">
            <a:avLst>
              <a:gd name="adj" fmla="val 4324"/>
            </a:avLst>
          </a:prstGeom>
          <a:solidFill>
            <a:srgbClr val="F1F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598768" y="19659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987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987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38848" y="1892808"/>
            <a:ext cx="403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필터 한계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238848" y="2313432"/>
            <a:ext cx="403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광역시도명만 인식돼 시/군 단위 지자체 장학금이 샘 → 매핑 테이블로 해결 예정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227168" cy="1691640"/>
          </a:xfrm>
          <a:prstGeom prst="roundRect">
            <a:avLst>
              <a:gd name="adj" fmla="val 4324"/>
            </a:avLst>
          </a:prstGeom>
          <a:solidFill>
            <a:srgbClr val="F1F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3904488"/>
            <a:ext cx="403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온통청년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554480" y="4325112"/>
            <a:ext cx="403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키는 승인됐으나 서버 리다이렉트 포트 무응답 → 재시도 예정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24448" y="3703320"/>
            <a:ext cx="5227168" cy="1691640"/>
          </a:xfrm>
          <a:prstGeom prst="roundRect">
            <a:avLst>
              <a:gd name="adj" fmla="val 4324"/>
            </a:avLst>
          </a:prstGeom>
          <a:solidFill>
            <a:srgbClr val="F1F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598768" y="3977640"/>
            <a:ext cx="457200" cy="457200"/>
          </a:xfrm>
          <a:prstGeom prst="ellipse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59876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9876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38848" y="3904488"/>
            <a:ext cx="403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공모전 · 대외활동 · 인턴십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238848" y="4325112"/>
            <a:ext cx="4038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mock 데이터 — 다음 단계에서 실데이터 연동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대비 조정한 결정들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96112" y="18745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961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468880"/>
            <a:ext cx="29422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국립/사립 필터 제거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926080"/>
            <a:ext cx="294223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 유형보다 지역 · 학년이 실제 혜택 차이를 더 크게 가른다고 판단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8698" y="169164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24730" y="18745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2473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24730" y="2468880"/>
            <a:ext cx="29422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DB, Supabase로 확정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24730" y="2926080"/>
            <a:ext cx="294223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파일 기반에서 전환 — 재시작·재접속에도 데이터가 유지된다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7317" y="1691640"/>
            <a:ext cx="3454298" cy="2148840"/>
          </a:xfrm>
          <a:prstGeom prst="roundRect">
            <a:avLst>
              <a:gd name="adj" fmla="val 3404"/>
            </a:avLst>
          </a:prstGeom>
          <a:solidFill>
            <a:srgbClr val="EEF0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353349" y="18745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53349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3349" y="2468880"/>
            <a:ext cx="29422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관심분야 · 북마크 선반영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3349" y="2926080"/>
            <a:ext cx="294223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원래 MVP 이후 계획이었지만, 사용자 요청으로 먼저 반영했다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10911535" cy="1600200"/>
          </a:xfrm>
          <a:prstGeom prst="roundRect">
            <a:avLst>
              <a:gd name="adj" fmla="val 4571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05840" y="434340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E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왜 필터가 지역 · 학년 두 개뿐인가요?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709160"/>
            <a:ext cx="101800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조건을 더 받으면 정확해지지만, 처음 쓰는 사람에게 물어봐야 할 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개인정보가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그만큼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많아진다.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조건(지역 · 학년)으로 시작하고, 검증 후 필터 항목을 넓혀갈 계획이다.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594</Words>
  <Application>Microsoft Office PowerPoint</Application>
  <PresentationFormat>와이드스크린</PresentationFormat>
  <Paragraphs>135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소현 권</cp:lastModifiedBy>
  <cp:revision>1</cp:revision>
  <dcterms:created xsi:type="dcterms:W3CDTF">2026-07-24T03:42:50Z</dcterms:created>
  <dcterms:modified xsi:type="dcterms:W3CDTF">2026-07-24T04:28:09Z</dcterms:modified>
</cp:coreProperties>
</file>