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035708224842db" /><Relationship Type="http://schemas.openxmlformats.org/officeDocument/2006/relationships/extended-properties" Target="/docProps/app.xml" Id="R9f88f4dcce8045da" /><Relationship Type="http://schemas.openxmlformats.org/officeDocument/2006/relationships/officeDocument" Target="/ppt/presentation.xml" Id="Rceaf94b5942c4a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fe7f1e576e4fe5"/>
  </p:sldMasterIdLst>
  <p:notesMasterIdLst>
    <p:notesMasterId xmlns:r="http://schemas.openxmlformats.org/officeDocument/2006/relationships" r:id="R797cce3c9da54716"/>
  </p:notesMasterIdLst>
  <p:sldIdLst>
    <p:sldId xmlns:r="http://schemas.openxmlformats.org/officeDocument/2006/relationships" id="256" r:id="R399de2e39dfa4fb3"/>
    <p:sldId xmlns:r="http://schemas.openxmlformats.org/officeDocument/2006/relationships" id="257" r:id="Rdc8dedcb2b9141cf"/>
    <p:sldId xmlns:r="http://schemas.openxmlformats.org/officeDocument/2006/relationships" id="258" r:id="R09748849c6dc4ef4"/>
    <p:sldId xmlns:r="http://schemas.openxmlformats.org/officeDocument/2006/relationships" id="259" r:id="R4ea34056722747c1"/>
    <p:sldId xmlns:r="http://schemas.openxmlformats.org/officeDocument/2006/relationships" id="260" r:id="R40adad018fe649d2"/>
    <p:sldId xmlns:r="http://schemas.openxmlformats.org/officeDocument/2006/relationships" id="261" r:id="R45115fdbfd024491"/>
    <p:sldId xmlns:r="http://schemas.openxmlformats.org/officeDocument/2006/relationships" id="262" r:id="R3c8487629daf4711"/>
    <p:sldId xmlns:r="http://schemas.openxmlformats.org/officeDocument/2006/relationships" id="263" r:id="Rec37ef1bfe0f4092"/>
    <p:sldId xmlns:r="http://schemas.openxmlformats.org/officeDocument/2006/relationships" id="264" r:id="R24625bd90f9a48f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f5063ca3234a28" /><Relationship Type="http://schemas.openxmlformats.org/officeDocument/2006/relationships/slideMaster" Target="/ppt/slideMasters/slideMaster1.xml" Id="R45fe7f1e576e4fe5" /><Relationship Type="http://schemas.openxmlformats.org/officeDocument/2006/relationships/notesMaster" Target="/ppt/notesMasters/notesMaster1.xml" Id="R797cce3c9da54716" /><Relationship Type="http://schemas.openxmlformats.org/officeDocument/2006/relationships/presProps" Target="/ppt/presProps.xml" Id="Ra44e6a14fbbb4107" /><Relationship Type="http://schemas.openxmlformats.org/officeDocument/2006/relationships/viewProps" Target="/ppt/viewProps.xml" Id="Rb9a40a14ac1847dc" /><Relationship Type="http://schemas.openxmlformats.org/officeDocument/2006/relationships/tableStyles" Target="/ppt/tableStyles.xml" Id="R41724dad3b6f4bd6" /><Relationship Type="http://schemas.openxmlformats.org/officeDocument/2006/relationships/slide" Target="/ppt/slides/slide1.xml" Id="R399de2e39dfa4fb3" /><Relationship Type="http://schemas.openxmlformats.org/officeDocument/2006/relationships/slide" Target="/ppt/slides/slide2.xml" Id="Rdc8dedcb2b9141cf" /><Relationship Type="http://schemas.openxmlformats.org/officeDocument/2006/relationships/slide" Target="/ppt/slides/slide3.xml" Id="R09748849c6dc4ef4" /><Relationship Type="http://schemas.openxmlformats.org/officeDocument/2006/relationships/slide" Target="/ppt/slides/slide4.xml" Id="R4ea34056722747c1" /><Relationship Type="http://schemas.openxmlformats.org/officeDocument/2006/relationships/slide" Target="/ppt/slides/slide5.xml" Id="R40adad018fe649d2" /><Relationship Type="http://schemas.openxmlformats.org/officeDocument/2006/relationships/slide" Target="/ppt/slides/slide6.xml" Id="R45115fdbfd024491" /><Relationship Type="http://schemas.openxmlformats.org/officeDocument/2006/relationships/slide" Target="/ppt/slides/slide7.xml" Id="R3c8487629daf4711" /><Relationship Type="http://schemas.openxmlformats.org/officeDocument/2006/relationships/slide" Target="/ppt/slides/slide8.xml" Id="Rec37ef1bfe0f4092" /><Relationship Type="http://schemas.openxmlformats.org/officeDocument/2006/relationships/slide" Target="/ppt/slides/slide9.xml" Id="R24625bd90f9a48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86b263c3564c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1e084117cb4db4" /><Relationship Type="http://schemas.openxmlformats.org/officeDocument/2006/relationships/notesMaster" Target="/ppt/notesMasters/notesMaster1.xml" Id="R50823c9800db4a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b50fe1fde0429f" /><Relationship Type="http://schemas.openxmlformats.org/officeDocument/2006/relationships/notesMaster" Target="/ppt/notesMasters/notesMaster1.xml" Id="R1996e846cfba47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c36aef04694a81" /><Relationship Type="http://schemas.openxmlformats.org/officeDocument/2006/relationships/notesMaster" Target="/ppt/notesMasters/notesMaster1.xml" Id="Rb34cfaa85a6b4b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ad805102974680" /><Relationship Type="http://schemas.openxmlformats.org/officeDocument/2006/relationships/notesMaster" Target="/ppt/notesMasters/notesMaster1.xml" Id="R1efda6cf64684c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5a1bc1e437451f" /><Relationship Type="http://schemas.openxmlformats.org/officeDocument/2006/relationships/notesMaster" Target="/ppt/notesMasters/notesMaster1.xml" Id="R341a77a81a9647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7a3e3ed9ad4e64" /><Relationship Type="http://schemas.openxmlformats.org/officeDocument/2006/relationships/notesMaster" Target="/ppt/notesMasters/notesMaster1.xml" Id="R5ebb3b454e9a44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5574c0fa2e44e8" /><Relationship Type="http://schemas.openxmlformats.org/officeDocument/2006/relationships/notesMaster" Target="/ppt/notesMasters/notesMaster1.xml" Id="R9c7b776745fe49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5fafb51e824438" /><Relationship Type="http://schemas.openxmlformats.org/officeDocument/2006/relationships/notesMaster" Target="/ppt/notesMasters/notesMaster1.xml" Id="R6edf44f3985842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cdf3c09a954e27" /><Relationship Type="http://schemas.openxmlformats.org/officeDocument/2006/relationships/notesMaster" Target="/ppt/notesMasters/notesMaster1.xml" Id="R7e96b75b84c548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8406d8e864d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6560b4b14447b8" /><Relationship Type="http://schemas.openxmlformats.org/officeDocument/2006/relationships/slideLayout" Target="/ppt/slideLayouts/slideLayout1.xml" Id="R8888b97287d04f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88b97287d04f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745beb8054620" /><Relationship Type="http://schemas.openxmlformats.org/officeDocument/2006/relationships/notesSlide" Target="/ppt/notesSlides/notesSlide1.xml" Id="Ra8057f85f7844a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a9ffe8d954463" /><Relationship Type="http://schemas.openxmlformats.org/officeDocument/2006/relationships/notesSlide" Target="/ppt/notesSlides/notesSlide2.xml" Id="R9e702d948fe846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4bd107882470b" /><Relationship Type="http://schemas.openxmlformats.org/officeDocument/2006/relationships/notesSlide" Target="/ppt/notesSlides/notesSlide3.xml" Id="R0b04bd627c9b45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4a25efc2d4f55" /><Relationship Type="http://schemas.openxmlformats.org/officeDocument/2006/relationships/image" Target="/ppt/media/image.png" Id="Rf354a87ffe24463f" /><Relationship Type="http://schemas.openxmlformats.org/officeDocument/2006/relationships/notesSlide" Target="/ppt/notesSlides/notesSlide4.xml" Id="Rb913f300620d4c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9f7dba7f74168" /><Relationship Type="http://schemas.openxmlformats.org/officeDocument/2006/relationships/notesSlide" Target="/ppt/notesSlides/notesSlide5.xml" Id="R1b80c7f9a0fa48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352394a49427e" /><Relationship Type="http://schemas.openxmlformats.org/officeDocument/2006/relationships/notesSlide" Target="/ppt/notesSlides/notesSlide6.xml" Id="R2d87e6332e5a45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c1bc7cf60491c" /><Relationship Type="http://schemas.openxmlformats.org/officeDocument/2006/relationships/notesSlide" Target="/ppt/notesSlides/notesSlide7.xml" Id="R0216891270fc4c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cfe145b1946df" /><Relationship Type="http://schemas.openxmlformats.org/officeDocument/2006/relationships/notesSlide" Target="/ppt/notesSlides/notesSlide8.xml" Id="R2704a61651aa43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2758b30bc408d" /><Relationship Type="http://schemas.openxmlformats.org/officeDocument/2006/relationships/notesSlide" Target="/ppt/notesSlides/notesSlide9.xml" Id="R1a721b63a9ef4d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F4E99482-03BF-4C83-8DA4-CDBC1555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0C94532F-101A-4443-B50A-A4E79128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UniRadar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97F07376-9723-4F57-B0D6-F205C2C2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CE8FF"/>
                </a:solidFill>
              </a:defRPr>
            </a:pPr>
            <a:r>
              <a:rPr sz="1800" b="1">
                <a:solidFill>
                  <a:srgbClr val="DCE8FF"/>
                </a:solidFill>
              </a:rPr>
              <a:t>대학생 맞춤형 기회 탐색 에이전트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5F81A55B-BF22-4694-AE31-94F81878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42BA9268-95E8-4784-B0C4-8A92FFC5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335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등록 출처의 공지를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지원 준비로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28B35731-B375-409C-99ED-E8F2E6B0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233F"/>
                </a:solidFill>
              </a:defRPr>
            </a:pPr>
            <a:r>
              <a:rPr sz="1500" b="1">
                <a:solidFill>
                  <a:srgbClr val="12233F"/>
                </a:solidFill>
              </a:rPr>
              <a:t>프로필 · 공지 탐색 · Gemini 분석 · 매칭 · 태스크</a:t>
            </a:r>
          </a:p>
        </p:txBody>
      </p:sp>
    </p:spTree>
    <p:extLst>
      <p:ext uri="{BB962C8B-B14F-4D97-AF65-F5344CB8AC3E}">
        <p14:creationId xmlns:p14="http://schemas.microsoft.com/office/powerpoint/2010/main" val="8078812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A2F413C2-B3D0-4C8E-B611-1BBCBD9D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PROBLEM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1E550BA4-606B-4972-AD2F-4EDFECC1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공고 확인은 발견에서 멈추기 쉽다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D43BBB34-3B1E-4BEB-A04B-E893BFB1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D552F95D-4F7C-4BE8-9E02-41C204CB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02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F0A0C8EC-12B5-4DBF-9E63-8395360C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563FF"/>
                </a:solidFill>
              </a:defRPr>
            </a:pPr>
            <a:r>
              <a:rPr sz="3150" b="1">
                <a:solidFill>
                  <a:srgbClr val="2563FF"/>
                </a:solidFill>
              </a:rPr>
              <a:t>1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A41DD21A-9A40-46D8-997C-ECDA0569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발견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26A32CFF-B96D-443C-A7C0-3FB65375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764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ADA7F7AA-3BA9-4ECC-94E6-C0BFF874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563FF"/>
                </a:solidFill>
              </a:defRPr>
            </a:pPr>
            <a:r>
              <a:rPr sz="3150" b="1">
                <a:solidFill>
                  <a:srgbClr val="2563FF"/>
                </a:solidFill>
              </a:rPr>
              <a:t>2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D0A222CA-6774-42B7-AB67-797A9C08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24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판단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34137E4F-85C5-4152-A0D1-F8BC2FAA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764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EABDBE20-4DEF-403C-ACE5-51F8E8AF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563FF"/>
                </a:solidFill>
              </a:defRPr>
            </a:pPr>
            <a:r>
              <a:rPr sz="3150" b="1">
                <a:solidFill>
                  <a:srgbClr val="2563FF"/>
                </a:solidFill>
              </a:rPr>
              <a:t>3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88108298-8A62-4822-A324-94483F60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24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기억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0F525D5E-7E2A-4CF0-91D0-FCB14226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92183C3F-F176-4AE0-8E55-73314AB3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563FF"/>
                </a:solidFill>
              </a:defRPr>
            </a:pPr>
            <a:r>
              <a:rPr sz="3150" b="1">
                <a:solidFill>
                  <a:srgbClr val="2563FF"/>
                </a:solidFill>
              </a:rPr>
              <a:t>4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3714EA2A-1DEB-45A5-AB4F-C8906453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실행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640C836B-7513-47B8-BF6C-1EC89458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7D9C97D0-4E11-4D78-B6C1-C89A449A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FF"/>
                </a:solidFill>
              </a:defRPr>
            </a:pPr>
            <a:r>
              <a:rPr sz="1350" b="1">
                <a:solidFill>
                  <a:srgbClr val="2563FF"/>
                </a:solidFill>
              </a:rPr>
              <a:t>이번 업데이트의 핵심</a:t>
            </a:r>
          </a:p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98B78EDF-3851-48A2-845E-BA25DFF1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233F"/>
                </a:solidFill>
              </a:defRPr>
            </a:pPr>
            <a:r>
              <a:rPr sz="1800" b="1">
                <a:solidFill>
                  <a:srgbClr val="12233F"/>
                </a:solidFill>
              </a:rPr>
              <a:t>찾기 → 원문 확인 → 구조화 분석 → 지원 준비</a:t>
            </a:r>
          </a:p>
        </p:txBody>
      </p:sp>
    </p:spTree>
    <p:extLst>
      <p:ext uri="{BB962C8B-B14F-4D97-AF65-F5344CB8AC3E}">
        <p14:creationId xmlns:p14="http://schemas.microsoft.com/office/powerpoint/2010/main" val="7326298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01321DC2-C4DA-4770-824A-2FEA30DF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USER FLOW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378EA35-FEAE-4E5C-B842-216F0991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이번 업데이트의 사용자 흐름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8BDC7C88-14AA-43CC-BDA1-9BE520DA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8CC3F497-F53C-4B1B-AE6B-0391FDDF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03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9BB79922-7AEC-41DC-B325-41CB7EAB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FF"/>
                </a:solidFill>
              </a:defRPr>
            </a:pPr>
            <a:r>
              <a:rPr sz="1350" b="1">
                <a:solidFill>
                  <a:srgbClr val="2563FF"/>
                </a:solidFill>
              </a:rPr>
              <a:t>01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C163B4C9-FC1E-433A-B502-BCA728E4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C078DF65-D548-4D52-8460-6944F274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프로필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B9925B8B-C14B-496E-9103-18421F7B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학교·전공·지역 등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맞춤 조건을 저장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A25BF7F2-2165-42B7-AEF2-207282AA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02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15DE4EBB-8359-49FB-9CD7-820FF378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622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60C9E27A-DEFD-4A09-B567-C1788917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출처 탐색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530328CE-79BF-4F00-81B5-0487D186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575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등록 출처와 키워드로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공개 공지를 찾기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1186A398-176B-4808-A275-FBD9A991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533AB53A-1FB2-482D-8CD2-ABE4B059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622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A9ABBC75-7C2B-4AD3-AB72-13D71796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62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후보 선택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F16563A2-283C-4E3D-A928-9F68AE97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575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제목·게시일·원문 링크를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후보 카드에서 확인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7BD31B39-946D-47B6-941B-534E1036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9D8A"/>
                </a:solidFill>
              </a:defRPr>
            </a:pPr>
            <a:r>
              <a:rPr sz="1350" b="1">
                <a:solidFill>
                  <a:srgbClr val="0F9D8A"/>
                </a:solidFill>
              </a:rPr>
              <a:t>04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83A3A941-BA51-43C7-B1E8-AD21B73F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622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A3447770-16C3-44ED-9F74-694AFDEC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62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본문 입력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F0D4165E-1597-43D1-AB75-6390F44C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원문을 붙여넣고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분석을 직접 실행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36C7FF6F-5A43-40FF-A101-CF29DEC4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05</a:t>
            </a:r>
          </a:p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05E2CF39-57FE-4AA7-8A08-6CE06632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622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5B1C34CD-4482-43C3-A099-3B0ACDA9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62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분석·실행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7CDAF728-73C1-48C3-9441-2AB59A10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575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매칭 결과와 태스크로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다음 행동을 확인</a:t>
            </a:r>
          </a:p>
        </p:txBody>
      </p:sp>
    </p:spTree>
    <p:extLst>
      <p:ext uri="{BB962C8B-B14F-4D97-AF65-F5344CB8AC3E}">
        <p14:creationId xmlns:p14="http://schemas.microsoft.com/office/powerpoint/2010/main" val="14225709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A6DB1B20-8088-497D-B614-A95F12A6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EXPERIENCE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DB5D6FE3-1688-47CA-B5B3-5825E0AE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한 화면에서 탐색부터 다음 행동까지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3479FA8A-41A6-4A4A-8158-F6F94CBD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2B97A06-1285-4683-A92D-35E1AFA8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04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00BE647D-F608-4BA6-8C06-C3F022AF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대시보드 중심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93E07C45-1750-403F-BCEA-49B895A7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탐색 결과를 분석 입력으로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바로 연결한다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5AD4F7C5-B20A-4C7E-B01F-0C71FA8C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FF"/>
                </a:solidFill>
              </a:defRPr>
            </a:pPr>
            <a:r>
              <a:rPr sz="1350" b="1">
                <a:solidFill>
                  <a:srgbClr val="2563FF"/>
                </a:solidFill>
              </a:rPr>
              <a:t>프로필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0469085D-FBC6-48BE-97B0-DEF384A2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공지 탐색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B1A8132C-EAA6-4EA8-80A5-1697D479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AI 분석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2D142388-4343-4A8E-A9BA-5C0B474D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마감 태스크</a:t>
            </a:r>
          </a:p>
        </p:txBody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BCD48E8D-8298-4687-9CC0-BBF3568C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76009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7" name="그림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4a87ffe24463f"/>
          <a:stretch xmlns:a="http://schemas.openxmlformats.org/drawingml/2006/main"/>
        </p:blipFill>
        <p:spPr>
          <a:xfrm xmlns:a="http://schemas.openxmlformats.org/drawingml/2006/main">
            <a:off x="4270085" y="1924050"/>
            <a:ext cx="6871280" cy="3867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4021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A622EFE5-265A-4FCF-B06F-6FFD2CF7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ARCHITECTURE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348153FC-3340-41A1-8256-6DC0C554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등록 출처와 AI를 분리한 구조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6F5581BE-FFDA-41DF-8537-DC14BF78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4DC01AA0-F0D7-470F-A928-186D74AE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05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A253AC28-ECC2-4E91-A1E0-05B6370B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001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E92D671B-6CCF-4876-8815-17FEE4AC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FF"/>
                </a:solidFill>
              </a:defRPr>
            </a:pPr>
            <a:r>
              <a:rPr sz="1800" b="1">
                <a:solidFill>
                  <a:srgbClr val="2563FF"/>
                </a:solidFill>
              </a:rPr>
              <a:t>React + Vite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9030A275-225A-4D56-B7A0-0330BC4E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717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출처 선택 · 후보 목록 · 분석 입력 · 결과 카드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9A90F8A4-A059-4598-9BA1-CC7BB2C3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8001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2876733C-E6E9-471C-8284-2E21B9CA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233F"/>
                </a:solidFill>
              </a:defRPr>
            </a:pPr>
            <a:r>
              <a:rPr sz="1800" b="1">
                <a:solidFill>
                  <a:srgbClr val="12233F"/>
                </a:solidFill>
              </a:rPr>
              <a:t>Express API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4ADDA299-C9FD-402F-9937-8EE2206F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/api/sources · /api/discover · /api/analyze · Zod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E7BE0404-984E-46DE-BFC1-4998A903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8001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C696D056-59D8-4A1F-A66E-FCEA990E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서비스 계층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5452A870-72EA-48F9-8BCC-D5D22B84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출처 레지스트리 · 사이트 어댑터 · 캐시 · Gemini/Mock · 매칭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517AEE2-448C-486D-BA14-DC2AEC12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85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외부 연결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70441C2E-478E-477B-8AB3-A0284CE0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362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746ECC98-BF4E-46D0-810B-1588AE70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563FF"/>
                </a:solidFill>
              </a:defRPr>
            </a:pPr>
            <a:r>
              <a:rPr sz="1500" b="1">
                <a:solidFill>
                  <a:srgbClr val="2563FF"/>
                </a:solidFill>
              </a:rPr>
              <a:t>등록 공지 출처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8197D48D-076D-4D5B-8A00-6D02D311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2362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B3AB101C-AAA8-4C5B-941F-4599A362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71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Gemini API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90E74A2C-A553-446D-AE60-B8F22278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62450"/>
            <a:ext cx="2362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178944C5-7ADA-4CD2-8EA0-D60DE12C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624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Supabase 저장</a:t>
            </a:r>
          </a:p>
        </p:txBody>
      </p:sp>
    </p:spTree>
    <p:extLst>
      <p:ext uri="{BB962C8B-B14F-4D97-AF65-F5344CB8AC3E}">
        <p14:creationId xmlns:p14="http://schemas.microsoft.com/office/powerpoint/2010/main" val="1379454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D54CBA71-D7CE-4A55-B572-EC073353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NOTICE SCANNING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8DF123F7-493C-49AB-B4CD-A3537254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임의 URL이 아닌 등록 출처만 탐색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16B3EE36-EF38-4DEB-93CF-E6F0906A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41E1E898-1F26-4755-98CF-21B3129E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06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24727AED-82EB-4518-9908-CFC99C3C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입력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3D7000C6-99C2-4E0D-9BAD-71AFD3C3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출처 선택 + 선택 검색어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7FC5C0AC-D03D-4D21-BDF2-CB9D6017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경북대 공지사항을 등록 출처로 먼저 지원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D2CF8A56-A8F0-4A48-B9D2-6CB9B76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812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25467B16-AFC4-46FE-8021-37BC5540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52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비교 결과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5C18ECAA-6548-4262-9054-6002CD8C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후보 카드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30BA9752-A94E-4C14-AA15-5033D8CE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86100"/>
            <a:ext cx="23812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4F074E86-7800-419C-8D5C-39478AD9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52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63FF"/>
                </a:solidFill>
              </a:defRPr>
            </a:pPr>
            <a:r>
              <a:rPr sz="2100" b="1">
                <a:solidFill>
                  <a:srgbClr val="2563FF"/>
                </a:solidFill>
              </a:rPr>
              <a:t>원문 보기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31D63B3E-E3CF-426D-A28F-361DED21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새 탭에서 원문 공고를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직접 확인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41C267B2-7432-4DC5-A498-D3DB78E0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86100"/>
            <a:ext cx="23812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E6FBCE25-8BAD-4D16-AEC1-53CA6F72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52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7C3AED"/>
                </a:solidFill>
              </a:defRPr>
            </a:pPr>
            <a:r>
              <a:rPr sz="2100" b="1">
                <a:solidFill>
                  <a:srgbClr val="7C3AED"/>
                </a:solidFill>
              </a:rPr>
              <a:t>분석 화면으로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0E669903-88A4-4D6C-9256-92E06887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433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링크만 전달하고 본문을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붙여넣은 뒤 분석</a:t>
            </a:r>
          </a:p>
        </p:txBody>
      </p:sp>
    </p:spTree>
    <p:extLst>
      <p:ext uri="{BB962C8B-B14F-4D97-AF65-F5344CB8AC3E}">
        <p14:creationId xmlns:p14="http://schemas.microsoft.com/office/powerpoint/2010/main" val="15825485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E1BDF5A7-F3C7-4E19-8341-FA71685B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AI ANALYSIS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B59D4DD-303B-4636-9F37-7D729D1E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표준 JSON으로 결과를 일관되게 표시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813B25AE-9053-45A4-B290-2F556E66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FCC5115F-1D0A-4802-9F5E-9669A9C3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07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3D42B75F-177E-45B7-AA5A-7DBD9EC6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01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218C8C4F-107B-443D-ABB1-167BCFDC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본문 입력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888F5B3D-60DE-4E29-BA4F-030ABFB1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247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원문을 확인한 뒤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본문을 직접 붙여넣기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EFB0C60B-DD36-4B2B-A38A-264A0CD6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24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9AD8B6D3-85C4-4C75-AA53-2F4FA8F1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81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02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A0754217-6526-419D-AE1C-85AD2A4D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193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구조화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5EBCAC9F-598B-4D76-9DDA-5FCB4DCE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09900"/>
            <a:ext cx="2247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opportunity에 공고 정보·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조건·서류·혜택 추출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C4A52C04-CC3C-4048-999D-C55A85D8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19550"/>
            <a:ext cx="224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61647A4C-B727-4951-879D-24AA9174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03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AB62123-116E-4E04-BF87-446BD8E4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프로필 매칭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62C51B30-BA12-4D1C-9DD1-9CAB5B01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2247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필수·우대 조건을 코드로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일관되게 재판정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35131958-42CB-4897-9379-505748E6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224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5288A320-D204-4874-912E-A4136231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81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04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7F6BA27C-EB3F-4A30-A158-1563AACE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태스크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8F8D9C27-298E-4483-906C-79F6E35E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247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마감일과 서류를 기준으로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준비 일정 생성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C3058C8E-BFF9-492D-9D24-89051376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19550"/>
            <a:ext cx="224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4DF4EBFF-CB63-40E7-BA07-4080FE59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57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opportunity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040BC5AE-53A7-4C9B-B1A9-D68D1FFA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57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match</a:t>
            </a: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B65E68B1-56B8-49B7-9C8E-CF9F4423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tasks</a:t>
            </a:r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DD4EBDD1-FDFC-4E51-BDA7-465A702E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57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mode</a:t>
            </a:r>
          </a:p>
        </p:txBody>
      </p:sp>
    </p:spTree>
    <p:extLst>
      <p:ext uri="{BB962C8B-B14F-4D97-AF65-F5344CB8AC3E}">
        <p14:creationId xmlns:p14="http://schemas.microsoft.com/office/powerpoint/2010/main" val="12473987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BDA8B820-6043-46CE-B8D0-E5E4E28A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RELIABILITY &amp; SECURITY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0CE4246-D2A4-4B8D-A848-91AC5DC2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외부 요청은 좁게 열고 실패는 복구한다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E1917308-BCE6-4BE8-826F-1748B323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4315882-B9DE-49E5-AB11-7541CC5B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08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4CEFB432-75A0-4695-BD41-E532FFAD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F19441C1-51B8-4BCA-9938-F9CB0FC1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출처 allowlist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F757772F-9B65-4547-882B-BE3A0EB4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907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sourceId만 받고 목록 URL·최종 호스트를 다시 검증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AF252F54-F180-49E3-86AC-889C68B4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AC02E3EE-A1E5-47FA-AAF4-4BADF7E4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49D2AF8D-B018-4BAF-A4A2-84087C1C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가져오기 제한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9FEED0B1-D13A-4B80-9787-B45FB92F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432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15초 timeout · 응답 크기 제한 · HTML Content-Type 확인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684144CA-8F24-44C0-B1C5-86818741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112923B8-7918-4EC0-98C2-9B64321C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D7FC7A4-246F-4892-B609-CC64B92D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반복 요청 제어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B88B48E4-2C82-4A46-8347-CE0A718E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957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출처·검색어별 5분 캐시 · IP당 분당 12회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D526B17D-C7AA-435B-AB64-417B2666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A4C7C238-3FD2-47EB-B19A-1A4B53B2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34D0178E-8E2D-49B5-9141-9740831C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9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AI fallback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7EFAFF06-7384-4474-89DB-B5407DB7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482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Gemini 실패 시 mock 결과와 명확한 상태 안내</a:t>
            </a:r>
          </a:p>
        </p:txBody>
      </p:sp>
    </p:spTree>
    <p:extLst>
      <p:ext uri="{BB962C8B-B14F-4D97-AF65-F5344CB8AC3E}">
        <p14:creationId xmlns:p14="http://schemas.microsoft.com/office/powerpoint/2010/main" val="6324191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42BE20D0-4E11-414E-B83B-01C54F44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NEXT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B32851D-5844-4C05-A343-2D384748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이번 업데이트의 결과와 다음 단계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4AD81408-6847-4E19-B00F-8ED1F005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DE721BCD-D6AD-40EB-B4AE-844A0FBA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FF"/>
                </a:solidFill>
              </a:defRPr>
            </a:pPr>
            <a:r>
              <a:rPr sz="1800" b="1">
                <a:solidFill>
                  <a:srgbClr val="2563FF"/>
                </a:solidFill>
              </a:rPr>
              <a:t>이번에 확인한 것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439CDA51-ABD6-4E2E-BF19-DB40DB5C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공개 공지 후보 수집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URL 기반 중복 제거와 검색어 필터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분석 전 원문 확인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기존 매칭·태스크 흐름 유지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ED0B2BAB-0E2C-4712-93DC-3522F032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95600"/>
            <a:ext cx="190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C0FC0C47-A8EA-4F27-97C4-42819F25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956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다음 통합 우선순위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C2DBCEEF-F69A-4E19-8FCA-2A222CC2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4805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1. 두 번째 사이트 어댑터 검증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2. 안정적인 상세 본문 추출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3. 프로필→탐색→분석 통합 시연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4. 출처별 정책·품질 점검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A16113DC-7EC3-44EC-B951-1753B16A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12DEAA77-3087-43BD-9F7A-EBBA451E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24525"/>
            <a:ext cx="1005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UniRadar는 공지를 ‘보는’ 도구에서 지원 준비를 돕는 에이전트로 확장합니다.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8B49C6F-6921-4453-BA26-F84123FE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30670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2026-07-16T07:45:58.0270000Z</dcterms:created>
  <dcterms:modified xsi:type="dcterms:W3CDTF">2026-07-16T07:45:58.0270000Z</dcterms:modified>
</coreProperties>
</file>