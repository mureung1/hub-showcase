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5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FE6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AI와 3주간 어떻게 일했나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41248" y="35204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냉장고 레시피 앱 개발 협업 방식  ·  어떤 순서로 일하고 어떤 Skill · Agent를 썼나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" y="5943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자취생 냉장고 레시피 앱  ·  React 19 + Express 5  ·  3주간 AI 협업 기록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요약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줄로 요약한 협업 방식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AI에게 코드부터 시키지 않았다.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83768" y="28346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3F5B34"/>
          </a:solidFill>
          <a:ln/>
        </p:spPr>
      </p:sp>
      <p:sp>
        <p:nvSpPr>
          <p:cNvPr id="6" name="Text 4"/>
          <p:cNvSpPr/>
          <p:nvPr/>
        </p:nvSpPr>
        <p:spPr>
          <a:xfrm>
            <a:off x="883768" y="2834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12568" y="283464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32608" y="28346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3F5B34"/>
          </a:solidFill>
          <a:ln/>
        </p:spPr>
      </p:sp>
      <p:sp>
        <p:nvSpPr>
          <p:cNvPr id="9" name="Text 7"/>
          <p:cNvSpPr/>
          <p:nvPr/>
        </p:nvSpPr>
        <p:spPr>
          <a:xfrm>
            <a:off x="3032608" y="2834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61408" y="283464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81448" y="28346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3F5B34"/>
          </a:solidFill>
          <a:ln/>
        </p:spPr>
      </p:sp>
      <p:sp>
        <p:nvSpPr>
          <p:cNvPr id="12" name="Text 10"/>
          <p:cNvSpPr/>
          <p:nvPr/>
        </p:nvSpPr>
        <p:spPr>
          <a:xfrm>
            <a:off x="5181448" y="2834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10248" y="283464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30288" y="28346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3F5B34"/>
          </a:solidFill>
          <a:ln/>
        </p:spPr>
      </p:sp>
      <p:sp>
        <p:nvSpPr>
          <p:cNvPr id="15" name="Text 13"/>
          <p:cNvSpPr/>
          <p:nvPr/>
        </p:nvSpPr>
        <p:spPr>
          <a:xfrm>
            <a:off x="7330288" y="2834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59088" y="283464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79128" y="28346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3F5B34"/>
          </a:solidFill>
          <a:ln/>
        </p:spPr>
      </p:sp>
      <p:sp>
        <p:nvSpPr>
          <p:cNvPr id="18" name="Text 16"/>
          <p:cNvSpPr/>
          <p:nvPr/>
        </p:nvSpPr>
        <p:spPr>
          <a:xfrm>
            <a:off x="9479128" y="2834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다섯 단계를 하나의 반복 루프로 돌렸고, 각 단계를 전용 Skill · Agent에 맡겨 'AI가 방향을 멋대로 정하는' 문제를 막았다.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일하는 순서 — 하루 단위 루프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쓰기 전에 항상 계획과 컨텍스트 확인을 먼저 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84832"/>
            <a:ext cx="306324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F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계획 세우기</a:t>
            </a: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그날 목표와 우선순위(P0/P1/P2)를 계획 문서에 먼저 적는다. 무엇을 왜 하는지부터 정한다.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34256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2856" y="2084832"/>
            <a:ext cx="306324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컨텍스트 재확인</a:t>
            </a: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문서가 아니라 실제 코드 라인으로 '여전히 재현되는가'를 확인한 뒤에야 착수한다.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28432" y="19202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7032" y="2084832"/>
            <a:ext cx="306324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D96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구현</a:t>
            </a: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추상화 · 의존성을 늘리지 않고, 이미 있는 헬퍼 · 패턴을 먼저 찾아 재사용하는 최소 변경.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일하는 순서 — 검증과 문서화로 닫기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루프의 뒤반부는 검증과 기록으로 마무리한다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84832"/>
            <a:ext cx="493776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D96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검증 &amp; 리뷰</a:t>
            </a: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curl로 API를 때리거나 브라우저로 직접 클릭해 실제로 돌려본다. 이어 /code-review로 회귀를 사람이 아닌 도구가 잡게 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63056" y="192024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91656" y="2084832"/>
            <a:ext cx="493776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F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문서화</a:t>
            </a: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그날 작업을 backlog.md에 날짜별로 기록하고, 새로 알게 된 함정은 CLAUDE.md에 컨벤션으로 남긴다. 다음 세션의 AI가 같은 실수를 반복하지 않도록.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쓰는 Skill — 기획과 구현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성격별로 전용 Skill을 나눠 썼다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39112"/>
            <a:ext cx="4937760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F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단계</a:t>
            </a: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service-planning-with-ai — 문제정의 → 사용자 시나리오 → MVP 범위로 좁힘. 코드부터 못 짜게 기획을 앞세운다.</a:t>
            </a: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planning-visualization — 유저플로 · IA · 와이어프레임 시각화.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63056" y="18745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91656" y="2039112"/>
            <a:ext cx="4937760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D96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단계 — ponytail 계열</a:t>
            </a: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ponytail — YAGNI 사다리를 타며 가장 간결한 해법을 강제.</a:t>
            </a: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ponytail-review(과설계 리뷰) · ponytail-audit(저장소 전체 감사) · ponytail-debt(지름길 부채 장부).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쓰는 Skill — 산출물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· 발표 산출물은 마지막 단계에서만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84832"/>
            <a:ext cx="493776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· pptx · xlsx · pdf</a:t>
            </a: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· 발표 · 스프레드시트 산출물을 만들 때 사용하는 서식 Skill. (이 발표 자료도 여기서 나왔다.)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63056" y="192024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91656" y="2084832"/>
            <a:ext cx="493776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원칙: 조사 · 검증 먼저</a:t>
            </a: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조사와 검증을 먼저 끝낸 뒤에만 서식 Skill을 부른다. 서식보다 내용의 정확성을 먼저 확보하기 위함이다.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쓰는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무거운 판단과 격리된 작업은 전용 Agent에 위임했다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39112"/>
            <a:ext cx="4937760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F5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feature-slice (직접 만든 계획 에이전트)</a:t>
            </a: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요구사항을 반나절~하루 크기로 쪼개고 우선순위를 매긴다. 코드는 안 건드린다 — Read · Grep · Glob만 가진다.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63056" y="18745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91656" y="2039112"/>
            <a:ext cx="4937760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검증용 서브에이전트</a:t>
            </a:r>
            <a:endParaRPr lang="en-US" sz="1500" dirty="0"/>
          </a:p>
          <a:p>
            <a:pPr algn="l"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고위험 작업은 구현 주체와 검증 주체를 분리해, 만든 사람이 스스로 통과시키지 못하게 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38912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3F5B3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3891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E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설계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도구를 일부러 적게 줘서, 에이전트가 역할 밖으로 벗어나지 않게 한다.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3주간 실제 진행 예시 (Day 11~15)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루프가 매일 반복되었다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051560"/>
          </a:xfrm>
          <a:prstGeom prst="roundRect">
            <a:avLst>
              <a:gd name="adj" fmla="val 5217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0" y="196596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버그 2건 계획 → 코드로 재현 확인 → 수정 → /code-review로 5건 추가 발견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72968"/>
            <a:ext cx="10908792" cy="1051560"/>
          </a:xfrm>
          <a:prstGeom prst="roundRect">
            <a:avLst>
              <a:gd name="adj" fmla="val 5217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72968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12~13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0" y="3172968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리렌더 원인 제거 · 영수증 OCR 실연동 · v2 알고리즘 연결 + curl 회귀 테스트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379976"/>
            <a:ext cx="10908792" cy="1051560"/>
          </a:xfrm>
          <a:prstGeom prst="roundRect">
            <a:avLst>
              <a:gd name="adj" fmla="val 5217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79976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5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14~15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4379976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순수함수 단위테스트 20건 · 백엔드 린터(oxlint) 도입 · 문서 정합화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F5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E6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3주간 배운 협업 원칙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D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1691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코드보다 계획을 먼저   </a:t>
            </a:r>
            <a:pPr algn="l" indent="0" marL="0">
              <a:buNone/>
            </a:pPr>
            <a:r>
              <a:rPr lang="en-US" sz="1400" dirty="0">
                <a:solidFill>
                  <a:srgbClr val="C9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없으면 AI가 방향을 멋대로 정한다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D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606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믿되 코드로 검증   </a:t>
            </a:r>
            <a:pPr algn="l" indent="0" marL="0">
              <a:buNone/>
            </a:pPr>
            <a:r>
              <a:rPr lang="en-US" sz="1400" dirty="0">
                <a:solidFill>
                  <a:srgbClr val="C9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· 브라우저 · /code-review로 도구가 회귀를 잡는다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D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3520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간결함을 기본값으로   </a:t>
            </a:r>
            <a:pPr algn="l" indent="0" marL="0">
              <a:buNone/>
            </a:pPr>
            <a:r>
              <a:rPr lang="en-US" sz="1400" dirty="0">
                <a:solidFill>
                  <a:srgbClr val="C9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ponytail로 과설계를 상시 억제한다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D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4434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권한은 좁게   </a:t>
            </a:r>
            <a:pPr algn="l" indent="0" marL="0">
              <a:buNone/>
            </a:pPr>
            <a:r>
              <a:rPr lang="en-US" sz="1400" dirty="0">
                <a:solidFill>
                  <a:srgbClr val="C9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역할에 맞는 도구만 줘서 선을 넘지 않게 한다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D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17320" y="5349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세션을 위해 기록   </a:t>
            </a:r>
            <a:pPr algn="l" indent="0" marL="0">
              <a:buNone/>
            </a:pPr>
            <a:r>
              <a:rPr lang="en-US" sz="1400" dirty="0">
                <a:solidFill>
                  <a:srgbClr val="C9D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배운 함정을 CLAUDE.md · backlog.md에 남긴다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2026-07-24T03:32:21Z</dcterms:created>
  <dcterms:modified xsi:type="dcterms:W3CDTF">2026-07-24T03:32:21Z</dcterms:modified>
</cp:coreProperties>
</file>