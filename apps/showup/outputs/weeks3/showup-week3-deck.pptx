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ShowUp · Week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노쇼·악성 고객 이력 관리 및 위험도 경고 웹서비스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최종 발표 — 8~11일차 성과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N167 채민석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2026.07.24 (금)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프레임워크 + Ollama Pro 모델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발표 순서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소상공인이 겪는 노쇼·악성 고객 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&amp; 위험도 설계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221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2개 + 가중치 기반 위험도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&amp; 아키텍처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Firebase + AI 4세션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개발 성과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776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8~11일차: 위험도 UI·대시보드·QA·배포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데모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showup-project.web.app 시연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5056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운영 &amp; 회고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330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4세션 협업 구조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예약제로 운영하는 소상공인이 노쇼·상습 지각·폭언·환불 분쟁 같은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고객을 반복해서 겪으면서도, 기록하고 예약 전에 확인할 수단이 없어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피해를 계속 반복한다.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공백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예약 앱(네이버예약, 캐치테이블)은 예약 접수에 집중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문제 고객 이력 관리·사전 경고 기능 부재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노쇼뿐 아니라 악성 행동 전반을 기록 대상으로 확장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ShowUp의 핵심 원칙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34747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차단이 아닌 참고 지표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사장님이 최종 판단 — 위험도로 판단을 돕는 도구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개선된 고객은 점수 회복 → 등급 하향 (낙인 방지)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관행(2회 경고·3회 제한)보다 완화된 기준
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— MVP 2개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1206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이벤트 기록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예약 상태 원터치 기록 (방문/노쇼/당일취소)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악성 행동 사건 기록 (카테고리 4종 + 사실 메모)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정상 방문 시 점수 −1 회복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폭언·위협·분쟁·무리한 요구 분류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1206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2376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조회 + 자동 경고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전화 뒤 4자리 / 이름 검색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위험도 3등급 표시 (안심/주의/위험)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노쇼 3회+ 또는 abuse 1회+ → 경고 배너 강제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대시보드 주의 고객 Top 5 자동 노출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없으면 서비스가 동작하지 않음 — 데이터 축적의 원천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023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적합성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"예약 받기 전 확인" = 문제 정의에 직결되는 해결책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법적 가드레일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사건은 사전 정의 카테고리 선택식 (주관적 비방 방지)  ·  가게 간 공유 없음 (개인정보보호법 §17)  ·  "블랙리스트" 용어 금지 → "고객 이력" / "참고 지표"  ·  열람·정정·삭제 요청 대응 (Phase 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설계 — ShowUp의 차별점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658368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25603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노쇼 (no-show)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폭언·위협 (abuse)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당일 취소 (late-cancel)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환불·결제 분쟁 (dispute)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상습 지각 30분+ (late)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무리한 요구 반복 (unreasonable)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정상 방문 (visited)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최근 30일 내 노쇼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6809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3등급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680960" y="16459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45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안심 (low)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0–23점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22402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240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(medium)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24–39점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8346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(high)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40+점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특별 규칙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886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abuse 1회+ → 최소 '주의' 보장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정상 방문 시 점수 차감 → 등급 회복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총점 최소 0 (음수 불가)
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114800"/>
            <a:ext cx="658368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251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관행 vs ShowUp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업계: 2회 노쇼 시 경고, 3회 시 예약 제한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ShowUp: 3회 기준 + 제한 대신 경고·판단 위임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사장님 재량 보존 + 법적 리스크 감소 + 낙인 방지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&amp; 아키텍처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React+Vite+TS+Tailwind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빠른 개발, 타입 안정성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상태관리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TanStack Query + Zustand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서버/UI 상태 분리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RHF + Zod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+ 타입 연동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(Auth/Firestore/Hosting)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가게 격리, 3주 내 배포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에이전트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Hermes Agent + Ollama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4세션 역할 분리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0408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040880" y="164592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(React)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+ services/*.ts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6112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0" y="242316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2423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DB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→ customers → reservations/incidents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0" y="3017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3200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riskRefresh.ts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calculateRiskStats() 순수 함수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0" y="3794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40880" y="397764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3977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갱신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RiskBadge · RiskAlertBanner 표시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컬렉션 구조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stores/{storeId}/customers/{customerId}/incidents/{incidentId}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stores/{storeId}/reservations/{reservationId}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storeId = user.uid → 가게 간 데이터 격리 (Firestore Rules ownerUid 검증)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riskStats 비정규화 캐시 → 검색 1회 = 읽기 1회 (비용 최적화)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개발 성과 (8~11일차)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8일차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 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RiskAlertBanner 구현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대시보드 요약 카드 4개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주의 고객 Top 5 목록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 1 통합 E2E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9일차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7/21 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로딩/에러/빈 상태 UI 전 화면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고객 상세 페이지 완성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예약 목록 날짜별 필터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침투 테스트 최종 회귀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10일차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7/22 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모바일 QA 375px 전 화면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Lighthouse 90+ · 코드 스플리팅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접근성·에러 페이지(404/500)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보안 규칙 회귀 10개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1887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11일차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7/23 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Hosting 배포 완료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통합 QA 버그 수정(P0/P1)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랜딩 페이지 구현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showcase.json + 스크린샷 4장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754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8KB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2296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청크 (코드 스플리팅)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754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56616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규칙 회귀 테스트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754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30936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누락 (전화번호 노출)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2560" y="4754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9052560" y="5303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90+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URL: https://showup-project.web.app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랜딩 페이지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097280"/>
            <a:ext cx="85039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· 4대 핵심 기능 · CTA (무료 가입)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대시보드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097280"/>
            <a:ext cx="75895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카드 4개 (오늘 예약·방문·노쇼·월 노쇼율) + 주의 고객 + 오늘 예약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고객 관리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097280"/>
            <a:ext cx="75895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 뒤 4자리 / 이름 검색 · RiskBadge 3등급 · 마스킹 번호 · 신규 등록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— 예약 관리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097280"/>
            <a:ext cx="75895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날짜·상태 필터 · 방문/노쇼/취소 원터치 · 위험도 자동 갱신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운영 구조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 (LEAD)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 5.2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기획·통합·일정·배포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188720"/>
            <a:ext cx="23774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(FE)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UI·컴포넌트·라우팅·QA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188720"/>
            <a:ext cx="237744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(BE)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K2.7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1031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Firestore·로직·인덱스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1887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188720"/>
            <a:ext cx="23774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(SEC)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 5.2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72600" y="21031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Rules·침투테스트·법무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규칙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인터페이스 우선: BE가 schema.ts 확정 → FE는 mock으로 병행 개발 — 세션 간 대기 최소화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문서 기반 가드레일: 각 세션이 건드릴/건드리지 말 파일을 문서로 명시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단일 브랜치 역할 분리: N167_채민석 브랜치에서 세션별 커밋 접두어 (FE-/BE-/SEC-/LEAD-)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통합 QA: LEAD가 lint·typecheck·build·E2E 시나리오로 전체 검증
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5669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프레임워크 + Ollama Pro 모델 — Claude 구독 만료 후 이관, 로컬에서 4세션 동시 운영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&amp; 품질 검증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가게 격리: isStoreOwner(storeId) → ownerUid 검증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침투 테스트: 타 가게 접근, riskStats 위조, 사건 위조 전부 거부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회귀 테스트 10개 PASS (@firebase/rules-unit-testing)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전화번호 마스킹: 원본 노출 경로 0건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"블랙리스트" 용어 0건 → "고객 이력" / "참고 지표"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riskStats 클라이언트 쓰기 허용 (Spark 요금제)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lint: warning 0, error 0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typecheck: tsc -b 에러 0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build: vite build 통과 (메인 청크 8KB)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 스플리팅: React.lazy + Suspense, manualChunks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모바일 QA: 375px 전 화면, 터치 타겟 44px+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접근성: focus-visible 글로벌, 색 대비 통과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에러 페이지: 404 NotFound, 500 ServerError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21208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6492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테스트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risk.ts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노쇼 3회 24점, 5회 40점, 회복 −1, abuse 최소 주의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Rules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 가게 차단, riskStats 위조, type enum 검증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search.ts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TDD 기반 phoneLast4 / name 검색 엣지케이스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회고 &amp; 다음 계획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된 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인터페이스 우선 전략으로 세션 간 대기 최소화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4세션 병렬 개발로 3주 만에 MVP 완성 + 배포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TDD로 risk.ts 13개 테스트 → 위험도 로직 신뢰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보안 회귀 10개 PASS → 가게 격리 검증 완료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Hosting 배포 → 실제 도메인 확보
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어려웠던 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구독 만료 + Codex 정지 → 도구 이관 필연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 요금제 → Cloud Functions 배포 불가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riskRefresh.ts 클라이언트 갱신으로 대체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4세션 단일 브랜치 → 충돌 관리 부담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모델별 지능 차이 → 역할 재배치 (보안 모델 변경)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일정 2일 앞당김 (7/30 → 7/28 마감)
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7/28 이후 (Phase 1.5 ~ 3)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노쇼·사건 통계 차트 (Recharts)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4663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본인 인증 조회 (/me) + 정정·삭제 요청·이의제기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5212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예약금 결제 (토스페이먼츠) + 외부 예약 플랫폼 연동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일정: 13일차(7/27 월) 발표 자료 완성 · 14일차(7/28 화) 최종 마무리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받겠습니다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ShowUp — 소상공인을 위한 노쇼·악성 고객 이력 관리 및 위험도 경고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https://showup-project.web.app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N167 채민석 · Hermes Agent 프레임워크 + Ollama Pro 모델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2026-07-24T03:27:33Z</dcterms:created>
  <dcterms:modified xsi:type="dcterms:W3CDTF">2026-07-24T03:27:33Z</dcterms:modified>
</cp:coreProperties>
</file>