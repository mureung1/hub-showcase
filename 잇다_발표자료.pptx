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0" y="73152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🍚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잇다 (Eat-da)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14400" y="24688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공강 기반 대학생 밥약 매칭 서비스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828800" y="320040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시간표를 자동으로 분석하여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공강이 겹치는 친구들과 밥약을 잡아주는 웹 서비스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0" y="4114800"/>
            <a:ext cx="3657600" cy="45720"/>
          </a:xfrm>
          <a:prstGeom prst="roundRect">
            <a:avLst>
              <a:gd name="adj" fmla="val 100000"/>
            </a:avLst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0" y="4389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2026.07 | 네이버 AI Agent Challenge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만들었나?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560320" cy="2560320"/>
          </a:xfrm>
          <a:prstGeom prst="roundRect">
            <a:avLst>
              <a:gd name="adj" fmla="val 5357"/>
            </a:avLst>
          </a:prstGeom>
          <a:solidFill>
            <a:srgbClr val="FFF7ED"/>
          </a:solidFill>
          <a:ln/>
          <a:effectLst>
            <a:outerShdw sx="100000" sy="100000" kx="0" ky="0" algn="bl" rotWithShape="0" blurRad="101600" dist="25400" dir="162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5544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😫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"언제 만날까?"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각자 시간표가 달라서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공강 맞추기만 30분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83280" y="1371600"/>
            <a:ext cx="2560320" cy="2560320"/>
          </a:xfrm>
          <a:prstGeom prst="roundRect">
            <a:avLst>
              <a:gd name="adj" fmla="val 5357"/>
            </a:avLst>
          </a:prstGeom>
          <a:solidFill>
            <a:srgbClr val="FFF7ED"/>
          </a:solidFill>
          <a:ln/>
          <a:effectLst>
            <a:outerShdw sx="100000" sy="100000" kx="0" ky="0" algn="bl" rotWithShape="0" blurRad="101600" dist="25400" dir="162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83280" y="15544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📱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566160" y="21945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"카톡으로 조율"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566160" y="26517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단톡방에서 하나하나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시간 물어보는 비효율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1371600"/>
            <a:ext cx="2560320" cy="2560320"/>
          </a:xfrm>
          <a:prstGeom prst="roundRect">
            <a:avLst>
              <a:gd name="adj" fmla="val 5357"/>
            </a:avLst>
          </a:prstGeom>
          <a:solidFill>
            <a:srgbClr val="FFF7ED"/>
          </a:solidFill>
          <a:ln/>
          <a:effectLst>
            <a:outerShdw sx="100000" sy="100000" kx="0" ky="0" algn="bl" rotWithShape="0" blurRad="101600" dist="25400" dir="162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17920" y="15544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🍽️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400800" y="21945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"어디서 먹지?"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0" y="26517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학교 근처 맛집 검색도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매번 반복되는 고민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371600" y="4206240"/>
            <a:ext cx="6400800" cy="548640"/>
          </a:xfrm>
          <a:prstGeom prst="roundRect">
            <a:avLst>
              <a:gd name="adj" fmla="val 16667"/>
            </a:avLst>
          </a:prstGeom>
          <a:solidFill>
            <a:srgbClr val="F97316"/>
          </a:solidFill>
          <a:ln/>
        </p:spPr>
      </p:sp>
      <p:sp>
        <p:nvSpPr>
          <p:cNvPr id="16" name="Text 14"/>
          <p:cNvSpPr/>
          <p:nvPr/>
        </p:nvSpPr>
        <p:spPr>
          <a:xfrm>
            <a:off x="1371600" y="42062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잇다가 이 세 가지 문제를 한 번에 해결합니다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잇다는 이렇게 해결합니다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005840" y="1371600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21031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시간표 자동 동기화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25603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구글/애플/에브리타임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캘린더 연동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240280" y="137160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200400" y="1371600"/>
            <a:ext cx="548640" cy="5486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560320" y="21031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공강 자동 계산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560320" y="25603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요일별 교시별로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공강을 자동 추출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434840" y="137160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394960" y="137160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4" name="Text 12"/>
          <p:cNvSpPr/>
          <p:nvPr/>
        </p:nvSpPr>
        <p:spPr>
          <a:xfrm>
            <a:off x="539496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754880" y="21031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밥약 매칭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754880" y="25603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공강이 겹치는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사람들을 찾아줌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629400" y="137160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7589520" y="1371600"/>
            <a:ext cx="548640" cy="548640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19" name="Text 17"/>
          <p:cNvSpPr/>
          <p:nvPr/>
        </p:nvSpPr>
        <p:spPr>
          <a:xfrm>
            <a:off x="758952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949440" y="21031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맛집 추천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949440" y="25603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AI가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분위기 맞는 가게 추천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3474720"/>
            <a:ext cx="8046720" cy="1188720"/>
          </a:xfrm>
          <a:prstGeom prst="roundRect">
            <a:avLst>
              <a:gd name="adj" fmla="val 7692"/>
            </a:avLst>
          </a:prstGeom>
          <a:solidFill>
            <a:srgbClr val="F1F5F9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3566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시나리오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22960" y="388620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로그인 → 온보딩(학교/학과) → 시간표 동기화 → 방 생성 → 링크 공유 → </a:t>
            </a:r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참여자 합류 → 겹치는 공강 확인 → 맛집 검색 &amp; AI 추천 → 약속 확정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기능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EFF6FF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📅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97280" y="1417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다중 캘린더 연동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18745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구글, 애플, 에브리타임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3종 캘린더 지원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83280" y="128016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F0FDF4"/>
          </a:solidFill>
          <a:ln/>
        </p:spPr>
      </p:sp>
      <p:sp>
        <p:nvSpPr>
          <p:cNvPr id="8" name="Text 6"/>
          <p:cNvSpPr/>
          <p:nvPr/>
        </p:nvSpPr>
        <p:spPr>
          <a:xfrm>
            <a:off x="352044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931920" y="1417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재동기화 버튼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520440" y="18745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시간표 변경 시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원클릭 즉시 반영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28016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FFF7ED"/>
          </a:solidFill>
          <a:ln/>
        </p:spPr>
      </p:sp>
      <p:sp>
        <p:nvSpPr>
          <p:cNvPr id="12" name="Text 10"/>
          <p:cNvSpPr/>
          <p:nvPr/>
        </p:nvSpPr>
        <p:spPr>
          <a:xfrm>
            <a:off x="635508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🏫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766560" y="1417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학교/과 공개방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55080" y="18745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학교, 같은 과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모집 게시판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92608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FAF5FF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97280" y="3063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맛집 추천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" y="35204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Gemini가 모임 성격에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맞는 가게 추천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383280" y="292608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FEF2F2"/>
          </a:solidFill>
          <a:ln/>
        </p:spPr>
      </p:sp>
      <p:sp>
        <p:nvSpPr>
          <p:cNvPr id="20" name="Text 18"/>
          <p:cNvSpPr/>
          <p:nvPr/>
        </p:nvSpPr>
        <p:spPr>
          <a:xfrm>
            <a:off x="352044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931920" y="3063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프로필 &amp; 아바타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520440" y="35204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10종 아바타 선택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매너온도 시스템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17920" y="292608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F0F9FF"/>
          </a:solidFill>
          <a:ln/>
        </p:spPr>
      </p:sp>
      <p:sp>
        <p:nvSpPr>
          <p:cNvPr id="24" name="Text 22"/>
          <p:cNvSpPr/>
          <p:nvPr/>
        </p:nvSpPr>
        <p:spPr>
          <a:xfrm>
            <a:off x="635508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766560" y="3063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링크 초대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355080" y="35204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공유만으로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 참여 가능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 스택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1280160"/>
            <a:ext cx="1965960" cy="3200400"/>
          </a:xfrm>
          <a:prstGeom prst="roundRect">
            <a:avLst>
              <a:gd name="adj" fmla="val 4651"/>
            </a:avLst>
          </a:prstGeom>
          <a:solidFill>
            <a:srgbClr val="1E293B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1417320"/>
            <a:ext cx="1691640" cy="411480"/>
          </a:xfrm>
          <a:prstGeom prst="roundRect">
            <a:avLst>
              <a:gd name="adj" fmla="val 17778"/>
            </a:avLst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4173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React 19 + TypeScript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5146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Tailwind CSS + Vite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3017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Firebase Auth (Google)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35204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Vercel 배포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60320" y="1280160"/>
            <a:ext cx="1965960" cy="3200400"/>
          </a:xfrm>
          <a:prstGeom prst="roundRect">
            <a:avLst>
              <a:gd name="adj" fmla="val 4651"/>
            </a:avLst>
          </a:prstGeom>
          <a:solidFill>
            <a:srgbClr val="1E293B"/>
          </a:solidFill>
          <a:ln/>
        </p:spPr>
      </p:sp>
      <p:sp>
        <p:nvSpPr>
          <p:cNvPr id="11" name="Shape 9"/>
          <p:cNvSpPr/>
          <p:nvPr/>
        </p:nvSpPr>
        <p:spPr>
          <a:xfrm>
            <a:off x="2697480" y="1417320"/>
            <a:ext cx="1691640" cy="411480"/>
          </a:xfrm>
          <a:prstGeom prst="roundRect">
            <a:avLst>
              <a:gd name="adj" fmla="val 17778"/>
            </a:avLst>
          </a:prstGeom>
          <a:solidFill>
            <a:srgbClr val="22C55E"/>
          </a:solidFill>
          <a:ln/>
        </p:spPr>
      </p:sp>
      <p:sp>
        <p:nvSpPr>
          <p:cNvPr id="12" name="Text 10"/>
          <p:cNvSpPr/>
          <p:nvPr/>
        </p:nvSpPr>
        <p:spPr>
          <a:xfrm>
            <a:off x="2697480" y="14173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743200" y="20116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Node.js + Express.js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43200" y="25146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Mongoose ODM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43200" y="3017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CalDAV / Cheerio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43200" y="35204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Render 배포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1280160"/>
            <a:ext cx="1965960" cy="3200400"/>
          </a:xfrm>
          <a:prstGeom prst="roundRect">
            <a:avLst>
              <a:gd name="adj" fmla="val 4651"/>
            </a:avLst>
          </a:prstGeom>
          <a:solidFill>
            <a:srgbClr val="1E293B"/>
          </a:solidFill>
          <a:ln/>
        </p:spPr>
      </p:sp>
      <p:sp>
        <p:nvSpPr>
          <p:cNvPr id="18" name="Shape 16"/>
          <p:cNvSpPr/>
          <p:nvPr/>
        </p:nvSpPr>
        <p:spPr>
          <a:xfrm>
            <a:off x="4892040" y="1417320"/>
            <a:ext cx="1691640" cy="411480"/>
          </a:xfrm>
          <a:prstGeom prst="roundRect">
            <a:avLst>
              <a:gd name="adj" fmla="val 17778"/>
            </a:avLst>
          </a:prstGeom>
          <a:solidFill>
            <a:srgbClr val="F97316"/>
          </a:solidFill>
          <a:ln/>
        </p:spPr>
      </p:sp>
      <p:sp>
        <p:nvSpPr>
          <p:cNvPr id="19" name="Text 17"/>
          <p:cNvSpPr/>
          <p:nvPr/>
        </p:nvSpPr>
        <p:spPr>
          <a:xfrm>
            <a:off x="4892040" y="14173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37760" y="20116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MongoDB Atlas (M0)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37760" y="25146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User / Room / Schedule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37760" y="3017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문자열 roomId 인덱스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37760" y="35204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서버 재시작 후 복구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949440" y="1280160"/>
            <a:ext cx="1965960" cy="3200400"/>
          </a:xfrm>
          <a:prstGeom prst="roundRect">
            <a:avLst>
              <a:gd name="adj" fmla="val 4651"/>
            </a:avLst>
          </a:prstGeom>
          <a:solidFill>
            <a:srgbClr val="1E293B"/>
          </a:solidFill>
          <a:ln/>
        </p:spPr>
      </p:sp>
      <p:sp>
        <p:nvSpPr>
          <p:cNvPr id="25" name="Shape 23"/>
          <p:cNvSpPr/>
          <p:nvPr/>
        </p:nvSpPr>
        <p:spPr>
          <a:xfrm>
            <a:off x="7086600" y="1417320"/>
            <a:ext cx="1691640" cy="411480"/>
          </a:xfrm>
          <a:prstGeom prst="roundRect">
            <a:avLst>
              <a:gd name="adj" fmla="val 17778"/>
            </a:avLst>
          </a:prstGeom>
          <a:solidFill>
            <a:srgbClr val="A855F7"/>
          </a:solidFill>
          <a:ln/>
        </p:spPr>
      </p:sp>
      <p:sp>
        <p:nvSpPr>
          <p:cNvPr id="26" name="Text 24"/>
          <p:cNvSpPr/>
          <p:nvPr/>
        </p:nvSpPr>
        <p:spPr>
          <a:xfrm>
            <a:off x="7086600" y="14173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API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132320" y="20116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Google Calendar API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132320" y="25146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Naver Search API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132320" y="3017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Gemini AI API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132320" y="35204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Gmail SMTP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흐름 아키텍처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EFF6F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60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🖥️ Frontend (React / Vercel)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118872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258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로그인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965960" y="1325880"/>
            <a:ext cx="118872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65960" y="13258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온보딩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91840" y="1325880"/>
            <a:ext cx="118872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3258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시간표 동기화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17720" y="1325880"/>
            <a:ext cx="118872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13258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 관리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943600" y="1325880"/>
            <a:ext cx="118872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0" y="13258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맛집/AI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269480" y="1325880"/>
            <a:ext cx="1188720" cy="320040"/>
          </a:xfrm>
          <a:prstGeom prst="roundRect">
            <a:avLst>
              <a:gd name="adj" fmla="val 14286"/>
            </a:avLst>
          </a:prstGeom>
          <a:solidFill>
            <a:srgbClr val="FFF7ED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69480" y="13258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45920" y="1737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▼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971800" y="1737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▼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297680" y="1737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▼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623560" y="1737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▼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949440" y="1737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▼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00400" y="17830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fetch() 호출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210312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0FDF4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2148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Backend (Express / Render)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" y="2514600"/>
            <a:ext cx="118872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25146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이메일 인증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965960" y="2514600"/>
            <a:ext cx="118872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965960" y="25146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캘린더 동기화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91840" y="2514600"/>
            <a:ext cx="118872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91840" y="25146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 CRUD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17720" y="2514600"/>
            <a:ext cx="118872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17720" y="25146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공개방 필터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943600" y="2514600"/>
            <a:ext cx="118872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0" y="25146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맛집 프록시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269480" y="2514600"/>
            <a:ext cx="118872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269480" y="25146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추천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286000" y="292608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97316"/>
                </a:solidFill>
              </a:rPr>
              <a:t>▼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400800" y="292608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55F7"/>
                </a:solidFill>
              </a:rPr>
              <a:t>▼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371600" y="29260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97316"/>
                </a:solidFill>
              </a:rPr>
              <a:t>Mongoose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669280" y="29260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55F7"/>
                </a:solidFill>
              </a:rPr>
              <a:t>HTTP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57200" y="3200400"/>
            <a:ext cx="3840480" cy="1554480"/>
          </a:xfrm>
          <a:prstGeom prst="roundRect">
            <a:avLst>
              <a:gd name="adj" fmla="val 4706"/>
            </a:avLst>
          </a:prstGeom>
          <a:solidFill>
            <a:srgbClr val="FFF7ED"/>
          </a:solidFill>
          <a:ln/>
        </p:spPr>
      </p:sp>
      <p:sp>
        <p:nvSpPr>
          <p:cNvPr id="42" name="Text 40"/>
          <p:cNvSpPr/>
          <p:nvPr/>
        </p:nvSpPr>
        <p:spPr>
          <a:xfrm>
            <a:off x="640080" y="32461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💾 MongoDB Atlas (M0 Free)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40080" y="3611880"/>
            <a:ext cx="1097280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0080" y="3657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85800" y="397764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email, name, major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1874520" y="3611880"/>
            <a:ext cx="1097280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874520" y="3657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1920240" y="397764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roomId, title, members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3108960" y="3611880"/>
            <a:ext cx="1097280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108960" y="3657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3154680" y="397764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user, room, freeSlots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4846320" y="3200400"/>
            <a:ext cx="3840480" cy="1554480"/>
          </a:xfrm>
          <a:prstGeom prst="roundRect">
            <a:avLst>
              <a:gd name="adj" fmla="val 4706"/>
            </a:avLst>
          </a:prstGeom>
          <a:solidFill>
            <a:srgbClr val="FAF5FF"/>
          </a:solidFill>
          <a:ln/>
        </p:spPr>
      </p:sp>
      <p:sp>
        <p:nvSpPr>
          <p:cNvPr id="53" name="Text 51"/>
          <p:cNvSpPr/>
          <p:nvPr/>
        </p:nvSpPr>
        <p:spPr>
          <a:xfrm>
            <a:off x="5029200" y="3246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외부 API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029200" y="3611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Gmail SMTP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858000" y="3611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Google Cal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5029200" y="39776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🍎 Apple CalDAV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6858000" y="39776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Everytime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5029200" y="43434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Naver Search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6858000" y="43434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Gemini AI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해결한 기술적 도전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8046720" cy="1097280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🕐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88720" y="12801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UTC vs KST 타임존 버그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16459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280160" y="164592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서버(UTC)와 한국 시간표(KST)가 9시간 차이나서 공강 계산이 반전됨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19202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해결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280160" y="192024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calculateFreeSlots()에서 +9h 오프셋 변환 적용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423160"/>
            <a:ext cx="8046720" cy="1097280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5146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💾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88720" y="2514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 영속성 버그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28803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280160" y="288036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base36 Room ID를 ObjectId로 강제 변환 → 저장 실패 → 재시작 시 데이터 소실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22960" y="31546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해결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280160" y="315468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roomId 문자열 필드 추가, findOne({roomId})로 조회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3657600"/>
            <a:ext cx="8046720" cy="1097280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7490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188720" y="37490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 팝업 차단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22960" y="4114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280160" y="411480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임베디드 브라우저에서 Google 로그인 팝업 차단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2960" y="43891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해결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280160" y="438912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signInWithRedirect + getRedirectResult 폴백 추가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시연 시나리오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143000" y="118872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로그인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0574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이메일 인증 or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OAuth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286000" y="12344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91840" y="1188720"/>
            <a:ext cx="457200" cy="45720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9" name="Text 7"/>
          <p:cNvSpPr/>
          <p:nvPr/>
        </p:nvSpPr>
        <p:spPr>
          <a:xfrm>
            <a:off x="329184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606040" y="1737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온보딩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606040" y="20574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학교/학과/학년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MBTI 입력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434840" y="12344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40680" y="1188720"/>
            <a:ext cx="457200" cy="45720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4" name="Text 12"/>
          <p:cNvSpPr/>
          <p:nvPr/>
        </p:nvSpPr>
        <p:spPr>
          <a:xfrm>
            <a:off x="544068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754880" y="1737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시간표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54880" y="20574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에브리타임 URL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공강 자동 계산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83680" y="12344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589520" y="1188720"/>
            <a:ext cx="457200" cy="457200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19" name="Text 17"/>
          <p:cNvSpPr/>
          <p:nvPr/>
        </p:nvSpPr>
        <p:spPr>
          <a:xfrm>
            <a:off x="758952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903720" y="1737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 생성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903720" y="20574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제목/카테고리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공개 범위 설정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143000" y="3017520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3" name="Text 21"/>
          <p:cNvSpPr/>
          <p:nvPr/>
        </p:nvSpPr>
        <p:spPr>
          <a:xfrm>
            <a:off x="114300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7200" y="3566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링크 공유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" y="38862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복사하여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친구에게 전송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286000" y="30632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291840" y="301752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8" name="Text 26"/>
          <p:cNvSpPr/>
          <p:nvPr/>
        </p:nvSpPr>
        <p:spPr>
          <a:xfrm>
            <a:off x="329184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2606040" y="3566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참여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2606040" y="38862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링크 접속 후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시간표 제출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434840" y="30632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440680" y="3017520"/>
            <a:ext cx="457200" cy="45720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3" name="Text 31"/>
          <p:cNvSpPr/>
          <p:nvPr/>
        </p:nvSpPr>
        <p:spPr>
          <a:xfrm>
            <a:off x="544068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754880" y="3566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맛집 추천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754880" y="38862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Naver 검색 +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AI 추천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583680" y="30632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589520" y="3017520"/>
            <a:ext cx="457200" cy="4572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8" name="Text 36"/>
          <p:cNvSpPr/>
          <p:nvPr/>
        </p:nvSpPr>
        <p:spPr>
          <a:xfrm>
            <a:off x="758952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903720" y="3566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확정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903720" y="38862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식당 선택 후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최종 약속 확정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371600" y="4572000"/>
            <a:ext cx="6400800" cy="365760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/>
        </p:spPr>
      </p:sp>
      <p:sp>
        <p:nvSpPr>
          <p:cNvPr id="42" name="Text 40"/>
          <p:cNvSpPr/>
          <p:nvPr/>
        </p:nvSpPr>
        <p:spPr>
          <a:xfrm>
            <a:off x="1371600" y="45720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배포 URL: https://hub-g4ih.vercel.app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배운 점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🌏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80160" y="126187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타임존 관리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80160" y="157276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UTC 서버와 KST 시간표 간의 오프셋 변환. 서버 배포 시 타임존은 반드시 검증해야 한다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1945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📡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280160" y="217627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캘린더 프로토콜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80160" y="248716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CalDAV(Apple), OAuth(Google), XML 스크래핑(에브리타임) 등 다양한 연동 방식 경험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017520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1089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💽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280160" y="309067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데이터베이스 설계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80160" y="340156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MongoDB의 ObjectId vs 문자열 ID 이슈, 메모리 캐시와 DB 이중 저장 전략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931920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1E293B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0233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🚀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280160" y="400507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무료 티어 배포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80160" y="431596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+ Render + MongoDB Atlas M0 조합으로 비용 없이 풀스택 서비스 배포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0972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감사합니다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3200400" y="2103120"/>
            <a:ext cx="2743200" cy="45720"/>
          </a:xfrm>
          <a:prstGeom prst="roundRect">
            <a:avLst>
              <a:gd name="adj" fmla="val 100000"/>
            </a:avLst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0" y="23774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잇다 — 공강 기반 밥약 매칭 서비스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286000" y="3108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hub-g4ih.vercel.app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286000" y="3474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hub-o4vk.onrender.com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828800" y="4206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네이버 AI Agent Challenge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2026-07-24T01:35:41Z</dcterms:created>
  <dcterms:modified xsi:type="dcterms:W3CDTF">2026-07-24T01:35:41Z</dcterms:modified>
</cp:coreProperties>
</file>